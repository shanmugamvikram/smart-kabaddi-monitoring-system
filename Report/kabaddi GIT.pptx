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9" r:id="rId3"/>
    <p:sldId id="283" r:id="rId5"/>
    <p:sldId id="264" r:id="rId6"/>
    <p:sldId id="285" r:id="rId7"/>
    <p:sldId id="263" r:id="rId8"/>
    <p:sldId id="289" r:id="rId9"/>
    <p:sldId id="290" r:id="rId10"/>
    <p:sldId id="292" r:id="rId11"/>
    <p:sldId id="299" r:id="rId12"/>
    <p:sldId id="300" r:id="rId13"/>
    <p:sldId id="301" r:id="rId14"/>
    <p:sldId id="291" r:id="rId15"/>
    <p:sldId id="296" r:id="rId16"/>
    <p:sldId id="297" r:id="rId17"/>
    <p:sldId id="282" r:id="rId18"/>
    <p:sldId id="293" r:id="rId19"/>
    <p:sldId id="295" r:id="rId20"/>
    <p:sldId id="294" r:id="rId21"/>
    <p:sldId id="28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41" autoAdjust="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2B6FE-F3D4-45E7-A59D-2636C327EC2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4:49: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739.000 1.000 24575,'457.000'0.000'0,"-994.000"0.000"0,1216.000 0.000 0,-734.000 1.000 0,-95.000 13.000 0,60.000-6.000 0,-131.000-5.000 0,187.000-3.000 0,636.000 0.000 0,-567.000 4.000 0,-25.000 4.000 0,-10.000-7.000 0,0.000-1.000 0,0.000 1.000 0,0.000 0.000 0,0.000-1.000 0,-1.000 1.000 0,1.000 0.000 0,0.000-1.000 0,-1.000 1.000 0,1.000 0.000 0,0.000-1.000 0,-1.000 1.000 0,1.000-1.000 0,-1.000 1.000 0,1.000-1.000 0,-1.000 1.000 0,1.000-1.000 0,-1.000 1.000 0,1.000-1.000 0,-1.000 1.000 0,1.000-1.000 0,-1.000 0.000 0,-1.000 1.000 0,-15.000 9.000 0,0.000-2.000 0,0.000 0.000 0,-34.000 11.000 0,16.000-7.000 0,-226.000 73.000 0,130.000-45.000 0,78.000-25.000 0,38.000-12.000 0,0.000 1.000 0,1.000 0.000 0,-1.000 1.000 0,1.000 1.000 0,1.000 0.000 0,-1.000 0.000 0,1.000 2.000 0,-14.000 9.000 0,21.000-13.000 0,0.000 0.000 0,0.000 0.000 0,-1.000-1.000 0,1.000 0.000 0,-1.000 0.000 0,0.000 0.000 0,0.000-1.000 0,0.000 0.000 0,0.000 0.000 0,0.000-1.000 0,-13.000 1.000 0,-10.000 0.000 0,-47.000-5.000 0,27.000 1.000 0,-7.000 1.000 0,-92.000 2.000 0,147.000-1.000 0,1.000 0.000 0,0.000 0.000 0,0.000 0.000 0,0.000 1.000 0,0.000-1.000 0,0.000 0.000 0,0.000 0.000 0,0.000 1.000 0,0.000-1.000 0,0.000 0.000 0,0.000 1.000 0,0.000-1.000 0,0.000 1.000 0,0.000 0.000 0,-1.000 0.000 0,1.000 0.000 0,1.000-1.000 0,0.000 0.000 0,0.000 1.000 0,0.000-1.000 0,0.000 0.000 0,0.000 1.000 0,0.000-1.000 0,0.000 0.000 0,0.000 1.000 0,0.000-1.000 0,0.000 0.000 0,0.000 1.000 0,0.000-1.000 0,1.000 0.000 0,-1.000 1.000 0,0.000-1.000 0,0.000 0.000 0,0.000 1.000 0,0.000-1.000 0,0.000 0.000 0,1.000 0.000 0,-1.000 1.000 0,0.000-1.000 0,0.000 0.000 0,1.000 0.000 0,-1.000 1.000 0,0.000-1.000 0,0.000 0.000 0,1.000 0.000 0,-1.000 1.000 0,34.000 16.000 0,-12.000-11.000 0,0.000-1.000 0,0.000-1.000 0,1.000 0.000 0,26.000-1.000 0,98.000-5.000 0,-60.000 0.000 0,186.000 2.000 0,-339.000 22.000 0,-186.000 58.000 0,153.000-56.000 0,77.000-20.000 0,1.000 0.000 0,0.000 2.000 0,0.000 0.000 0,1.000 1.000 0,-33.000 17.000 0,-73.000 35.000 0,-14.000 7.000 0,103.000-50.000 0,5.000 0.000 0,31.000-15.000 0,19.000-11.000 0,14.000-7.000 0,38.000-13.000 0,-44.000 20.000 0,-1.000-1.000 0,0.000-1.000 0,33.000-21.000 0,-48.000 25.000 0,-1.000 0.000 0,1.000 0.000 0,9.000-13.000 0,-19.000 22.000-17,0.000-1.000-1,0.000 0.000 0,0.000 0.000 0,0.000 0.000 1,0.000 0.000-1,0.000 0.000 0,0.000 0.000 0,0.000 0.000 1,0.000 1.000-1,0.000-1.000 0,0.000 0.000 1,0.000 0.000-1,0.000 0.000 0,0.000 0.000 0,0.000 0.000 1,0.000 0.000-1,0.000 0.000 0,0.000 0.000 0,0.000 1.000 1,0.000-1.000-1,1.000 0.000 0,-1.000 0.000 1,0.000 0.000-1,0.000 0.000 0,0.000 0.000 0,0.000 0.000 1,0.000 0.000-1,0.000 0.000 0,0.000 0.000 0,0.000 0.000 1,0.000 0.000-1,0.000 0.000 0,1.000 1.000 1,-1.000-1.000-1,0.000 0.000 0,0.000 0.000 0,0.000 0.000 1,0.000 0.000-1,0.000 0.000 0,0.000 0.000 0,0.000 0.000 1,0.000 0.000-1,1.000 0.000 0,-1.000 0.000 0,0.000 0.000 1,0.000 0.000-1,0.000 0.000 0,0.000 0.000 1,0.000 0.000-1,0.000 0.000 0,0.000 0.000 0,1.000-1.000 1,-1.000 2.000-409,-1.000 8.000-6400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4:49: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599.000 267.000 24575,'555.000'0.000'0,"-673.000"2.000"0,-141.000-5.000 0,237.000-1.000 0,-1.000 0.000 0,2.000-2.000 0,-1.000 0.000 0,-35.000-17.000 0,28.000 12.000 0,-42.000-12.000 0,87.000 23.000 0,1.000 0.000 0,-1.000-1.000 0,1.000-1.000 0,18.000-4.000 0,20.000-2.000 0,299.000-1.000 0,-329.000 9.000 0,-27.000 0.000 0,-198.000 4.000 0,157.000-1.000 0,-1.000 3.000 0,-66.000 16.000 0,60.000-9.000 0,0.000-3.000 0,-1.000-1.000 0,-1.000-3.000 0,-75.000 0.000 0,112.000-7.000 0,11.000 0.000 0,-1.000 1.000 0,1.000 0.000 0,-1.000-1.000 0,1.000 1.000 0,-1.000 1.000 0,1.000-1.000 0,0.000 0.000 0,-1.000 1.000 0,1.000 0.000 0,0.000 0.000 0,-1.000 1.000 0,1.000-1.000 0,-7.000 4.000 0,11.000-5.000 0,0.000 1.000 0,0.000-1.000 0,0.000 0.000 0,0.000 1.000 0,0.000-1.000 0,0.000 0.000 0,0.000 1.000 0,0.000-1.000 0,0.000 0.000 0,0.000 1.000 0,0.000-1.000 0,0.000 0.000 0,0.000 1.000 0,1.000-1.000 0,-1.000 0.000 0,0.000 0.000 0,0.000 1.000 0,0.000-1.000 0,0.000 0.000 0,0.000 0.000 0,1.000 1.000 0,-1.000-1.000 0,0.000 0.000 0,0.000 0.000 0,0.000 1.000 0,1.000-1.000 0,-1.000 0.000 0,0.000 0.000 0,0.000 0.000 0,1.000 1.000 0,-1.000-1.000 0,0.000 0.000 0,1.000 0.000 0,-1.000 0.000 0,0.000 0.000 0,0.000 0.000 0,1.000 0.000 0,-1.000 0.000 0,0.000 1.000 0,1.000-1.000 0,-1.000 0.000 0,0.000 0.000 0,1.000 0.000 0,-1.000 0.000 0,0.000 0.000 0,1.000-1.000 0,-1.000 1.000 0,20.000 4.000 0,71.000 2.000 0,105.000-7.000 0,-65.000-1.000 0,286.000 2.000 0,-412.000 0.000 0,1.000 0.000 0,0.000 1.000 0,-1.000-1.000 0,1.000 2.000 0,-1.000-1.000 0,8.000 3.000 0,-12.000-4.000 0,-1.000 0.000 0,1.000 1.000 0,0.000-1.000 0,-1.000 0.000 0,1.000 0.000 0,-1.000 1.000 0,1.000-1.000 0,-1.000 1.000 0,1.000-1.000 0,-1.000 0.000 0,1.000 1.000 0,-1.000-1.000 0,1.000 1.000 0,-1.000 0.000 0,1.000-1.000 0,-1.000 1.000 0,0.000-1.000 0,1.000 1.000 0,-1.000-1.000 0,0.000 1.000 0,1.000 0.000 0,-1.000-1.000 0,0.000 2.000 0,0.000-1.000 0,0.000 1.000 0,-1.000-1.000 0,1.000 0.000 0,-1.000 0.000 0,1.000 0.000 0,-1.000 0.000 0,1.000 0.000 0,-1.000 0.000 0,0.000 0.000 0,0.000 0.000 0,1.000 0.000 0,-1.000 0.000 0,0.000 0.000 0,0.000 0.000 0,0.000 0.000 0,0.000-1.000 0,0.000 1.000 0,-2.000 1.000 0,-7.000 4.000 0,1.000-1.000 0,-1.000 0.000 0,0.000-1.000 0,-1.000 1.000 0,1.000-2.000 0,-1.000 0.000 0,1.000 0.000 0,-1.000-1.000 0,0.000 0.000 0,-13.000 0.000 0,-20.000 0.000 0,-54.000-5.000 0,47.000 1.000 0,51.000 2.000 0,0.000 0.000 0,0.000 0.000 0,0.000 0.000 0,0.000 0.000 0,0.000 0.000 0,0.000 0.000 0,1.000 0.000 0,-1.000 0.000 0,0.000 0.000 0,0.000 0.000 0,0.000 0.000 0,0.000 1.000 0,0.000-1.000 0,0.000 0.000 0,0.000 0.000 0,0.000 0.000 0,0.000 0.000 0,0.000 0.000 0,0.000 0.000 0,0.000 0.000 0,0.000 0.000 0,0.000 0.000 0,0.000 0.000 0,0.000 0.000 0,0.000 0.000 0,1.000 1.000 0,-1.000-1.000 0,0.000 0.000 0,0.000 0.000 0,0.000 0.000 0,0.000 0.000 0,0.000 0.000 0,0.000 0.000 0,0.000 0.000 0,0.000 0.000 0,0.000 0.000 0,0.000 1.000 0,-1.000-1.000 0,1.000 0.000 0,0.000 0.000 0,0.000 0.000 0,0.000 0.000 0,0.000 0.000 0,0.000 0.000 0,0.000 0.000 0,0.000 0.000 0,0.000 0.000 0,0.000 0.000 0,0.000 0.000 0,0.000 1.000 0,0.000-1.000 0,0.000 0.000 0,0.000 0.000 0,0.000 0.000 0,0.000 0.000 0,0.000 0.000 0,-1.000 0.000 0,1.000 0.000 0,0.000 0.000 0,0.000 0.000 0,0.000 0.000 0,0.000 0.000 0,0.000 0.000 0,0.000 0.000 0,12.000 9.000 0,16.000 8.000 0,2.000-6.000 0,0.000-2.000 0,1.000-1.000 0,0.000-2.000 0,0.000 0.000 0,57.000 1.000 0,-43.000-4.000 0,-34.000-1.000 0,0.000-1.000 0,0.000 1.000 0,0.000 1.000 0,0.000 0.000 0,0.000 0.000 0,-1.000 1.000 0,1.000 0.000 0,-1.000 1.000 0,0.000 0.000 0,17.000 13.000 0,-26.000-17.000 0,0.000-1.000 0,0.000 1.000 0,0.000 0.000 0,0.000 0.000 0,0.000 0.000 0,0.000 0.000 0,0.000 0.000 0,0.000 0.000 0,-1.000 0.000 0,1.000 0.000 0,0.000 0.000 0,-1.000 0.000 0,1.000 0.000 0,-1.000 0.000 0,1.000 1.000 0,-1.000-1.000 0,1.000 0.000 0,-1.000 0.000 0,0.000 1.000 0,0.000-1.000 0,1.000 2.000 0,-2.000-2.000 0,1.000 0.000 0,-1.000 0.000 0,1.000 0.000 0,-1.000 0.000 0,1.000 0.000 0,-1.000 0.000 0,0.000 0.000 0,1.000-1.000 0,-1.000 1.000 0,0.000 0.000 0,0.000 0.000 0,0.000-1.000 0,1.000 1.000 0,-1.000 0.000 0,0.000-1.000 0,0.000 1.000 0,0.000-1.000 0,0.000 1.000 0,-2.000 0.000 0,-6.000 2.000 0,-1.000-1.000 0,0.000 1.000 0,0.000-2.000 0,-10.000 2.000 0,17.000-3.000 0,-150.000 19.000 0,31.000-3.000 0,-172.000 1.000 0,-46.000-18.000 0,428.000-1.000 0,177.000 4.000 0,-248.000 0.000 0,0.000 1.000 0,0.000 0.000 0,22.000 9.000 0,-41.000-10.000 0,-11.000 0.000 0,-18.000 0.000 0,-544.000-3.000 0,494.000 1.000 0,24.000 0.000 0,46.000 0.000 0,21.000 0.000 0,375.000 0.000 0,-383.000 0.000 0,28.000 1.000 0,-29.000-1.000 0,0.000 0.000 0,-1.000 0.000 0,1.000 0.000 0,0.000 0.000 0,0.000 0.000 0,0.000 0.000 0,0.000 0.000 0,-1.000 1.000 0,1.000-1.000 0,0.000 0.000 0,0.000 0.000 0,0.000 1.000 0,-1.000-1.000 0,1.000 0.000 0,0.000 1.000 0,0.000-1.000 0,-1.000 1.000 0,1.000-1.000 0,0.000 1.000 0,-1.000-1.000 0,1.000 1.000 0,0.000-1.000 0,-1.000 1.000 0,1.000 0.000 0,0.000 1.000 0,-2.000-2.000 0,0.000 1.000 0,0.000 0.000 0,0.000 0.000 0,0.000 0.000 0,0.000 0.000 0,-1.000-1.000 0,1.000 1.000 0,0.000 0.000 0,0.000-1.000 0,-1.000 0.000 0,1.000 1.000 0,0.000-1.000 0,0.000 1.000 0,-1.000-1.000 0,1.000 0.000 0,0.000 0.000 0,-1.000 0.000 0,-2.000 0.000 0,1.000 0.000 0,-69.000 6.000 0,-91.000-5.000 0,107.000-1.000 0,52.000 0.000 0,0.000 0.000 0,0.000 0.000 0,0.000-1.000 0,0.000 1.000 0,1.000-1.000 0,-1.000 0.000 0,0.000 0.000 0,0.000 0.000 0,1.000 0.000 0,-1.000-1.000 0,1.000 1.000 0,-1.000-1.000 0,-2.000-2.000 0,4.000 2.000 0,0.000 0.000 0,0.000 0.000 0,0.000 0.000 0,1.000 0.000 0,-1.000 0.000 0,1.000 0.000 0,0.000-1.000 0,0.000 1.000 0,-1.000-1.000 0,2.000 1.000 0,-1.000 0.000 0,0.000-1.000 0,0.000 0.000 0,1.000 1.000 0,-1.000-1.000 0,1.000 1.000 0,0.000-1.000 0,0.000 0.000 0,0.000 1.000 0,0.000-4.000 0,2.000-11.000 0,0.000 0.000 0,1.000 1.000 0,1.000-1.000 0,0.000 1.000 0,1.000 0.000 0,1.000 0.000 0,10.000-19.000 0,62.000-103.000 0,-70.000 125.000 0,13.000-21.000 0,-2.000-1.000 0,-1.000 0.000 0,18.000-52.000 0,-35.000 85.000 0,0.000-3.000 0,1.000 0.000 0,-1.000 0.000 0,1.000 0.000 0,0.000 0.000 0,0.000 1.000 0,1.000-1.000 0,-1.000 1.000 0,1.000-1.000 0,0.000 1.000 0,0.000 0.000 0,1.000 0.000 0,-1.000 0.000 0,5.000-3.000 0,-8.000 7.000 0,0.000 0.000 0,0.000 0.000 0,1.000 0.000 0,-1.000-1.000 0,0.000 1.000 0,0.000 0.000 0,1.000 0.000 0,-1.000 0.000 0,0.000 0.000 0,0.000 0.000 0,1.000 0.000 0,-1.000-1.000 0,0.000 1.000 0,0.000 0.000 0,1.000 0.000 0,-1.000 0.000 0,0.000 0.000 0,1.000 0.000 0,-1.000 0.000 0,0.000 0.000 0,0.000 0.000 0,1.000 0.000 0,-1.000 0.000 0,0.000 1.000 0,1.000-1.000 0,-1.000 0.000 0,0.000 0.000 0,0.000 0.000 0,1.000 0.000 0,-1.000 0.000 0,0.000 0.000 0,0.000 1.000 0,1.000-1.000 0,-1.000 0.000 0,0.000 0.000 0,0.000 0.000 0,0.000 1.000 0,1.000-1.000 0,-1.000 0.000 0,0.000 0.000 0,0.000 1.000 0,3.000 16.000 0,-8.000 20.000 0,-10.000 20.000 0,-3.000 0.000 0,-37.000 77.000 0,-9.000 30.000 0,55.000-133.000-1365,3.000-5.000-5461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4:49: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516.000 535.000 24575,'-1.000'12.000'0,"0.000"0.000"0,-1.000 0.000 0,-1.000 0.000 0,0.000 0.000 0,0.000-1.000 0,-8.000 17.000 0,0.000 3.000 0,-88.000 241.000 0,72.000-203.000 0,11.000-13.000 0,13.000-42.000 0,-1.000 0.000 0,0.000-1.000 0,-1.000 1.000 0,-7.000 13.000 0,6.000-20.000 0,2.000-9.000 0,3.000-20.000 0,9.000-34.000 0,53.000-141.000 0,-37.000 131.000 0,23.000-104.000 0,-34.000 124.000 0,-12.000 43.000 0,-1.000 1.000 0,2.000-1.000 0,-1.000 1.000 0,0.000-1.000 0,0.000 1.000 0,1.000 0.000 0,-1.000 0.000 0,1.000-1.000 0,0.000 1.000 0,0.000 0.000 0,0.000 0.000 0,0.000 1.000 0,0.000-1.000 0,3.000-2.000 0,-5.000 4.000 0,1.000 0.000 0,-1.000 0.000 0,0.000 0.000 0,1.000 0.000 0,-1.000 0.000 0,1.000 0.000 0,-1.000 0.000 0,0.000 0.000 0,1.000 0.000 0,-1.000 0.000 0,0.000 1.000 0,1.000-1.000 0,-1.000 0.000 0,0.000 0.000 0,1.000 0.000 0,-1.000 0.000 0,0.000 1.000 0,0.000-1.000 0,1.000 0.000 0,-1.000 0.000 0,0.000 1.000 0,0.000-1.000 0,1.000 0.000 0,-1.000 0.000 0,0.000 1.000 0,0.000-1.000 0,0.000 0.000 0,1.000 1.000 0,-1.000-1.000 0,0.000 0.000 0,0.000 1.000 0,0.000-1.000 0,0.000 0.000 0,0.000 1.000 0,0.000-1.000 0,0.000 0.000 0,0.000 1.000 0,0.000-1.000 0,0.000 1.000 0,0.000-1.000 0,3.000 18.000 0,-3.000-16.000 0,3.000 111.000 0,-3.000-64.000 0,7.000 51.000 0,6.000 2.000 0,-13.000-101.000 0,0.000 0.000 0,0.000-1.000 0,1.000 1.000 0,-1.000 0.000 0,0.000 0.000 0,0.000 0.000 0,0.000-1.000 0,1.000 1.000 0,-1.000 0.000 0,0.000 0.000 0,1.000-1.000 0,-1.000 1.000 0,1.000 0.000 0,-1.000-1.000 0,1.000 1.000 0,-1.000 0.000 0,1.000-1.000 0,0.000 1.000 0,0.000 0.000 0,-1.000-1.000 0,1.000 0.000 0,-1.000 0.000 0,1.000 0.000 0,-1.000 0.000 0,1.000 0.000 0,-1.000 0.000 0,1.000 0.000 0,-1.000 0.000 0,0.000-1.000 0,1.000 1.000 0,-1.000 0.000 0,1.000 0.000 0,-1.000 0.000 0,0.000-1.000 0,1.000 1.000 0,-1.000 0.000 0,0.000 0.000 0,1.000-1.000 0,-1.000 1.000 0,0.000 0.000 0,1.000-1.000 0,-1.000 1.000 0,0.000 0.000 0,1.000-2.000 0,17.000-32.000 0,-15.000 28.000 0,11.000-27.000 0,-1.000-1.000 0,-2.000 0.000 0,-1.000-1.000 0,9.000-67.000 0,-12.000 67.000 0,2.000 1.000 0,1.000 0.000 0,23.000-50.000 0,-24.000 62.000 0,-9.000 21.000 0,0.000 1.000 0,0.000-1.000 0,0.000 1.000 0,0.000 0.000 0,0.000-1.000 0,0.000 1.000 0,0.000-1.000 0,1.000 1.000 0,-1.000 0.000 0,0.000-1.000 0,0.000 1.000 0,0.000-1.000 0,1.000 1.000 0,-1.000 0.000 0,0.000-1.000 0,0.000 1.000 0,1.000 0.000 0,-1.000-1.000 0,0.000 1.000 0,1.000 0.000 0,-1.000 0.000 0,0.000-1.000 0,1.000 1.000 0,-1.000 0.000 0,0.000 0.000 0,1.000 0.000 0,-1.000-1.000 0,0.000 1.000 0,1.000 0.000 0,-1.000 0.000 0,1.000 0.000 0,-1.000 0.000 0,0.000 0.000 0,1.000 0.000 0,-1.000 0.000 0,1.000 0.000 0,-1.000 0.000 0,1.000 0.000 0,-1.000 0.000 0,0.000 0.000 0,2.000 0.000 0,11.000 19.000 0,6.000 39.000 0,-17.000-52.000 0,18.000 71.000 0,-4.000 0.000 0,-2.000 1.000 0,-5.000 1.000 0,1.000 100.000 0,-11.000-155.000 0,1.000 19.000 0,9.000-67.000 0,0.000-56.000 0,-2.000-155.000 0,-7.000 149.000 0,-1.000-552.000 0,1.000 1234.000 0,0.000-597.000 0,0.000 1.000 0,0.000 0.000 0,0.000 0.000 0,0.000 0.000 0,1.000 0.000 0,-1.000 0.000 0,0.000 0.000 0,0.000 0.000 0,0.000 0.000 0,0.000 0.000 0,0.000 0.000 0,0.000 0.000 0,0.000 0.000 0,0.000 0.000 0,0.000 0.000 0,0.000 0.000 0,1.000 0.000 0,-1.000 0.000 0,0.000 1.000 0,0.000-1.000 0,0.000 0.000 0,0.000 0.000 0,0.000 0.000 0,0.000 0.000 0,0.000 0.000 0,0.000 0.000 0,0.000 0.000 0,0.000 0.000 0,0.000 0.000 0,0.000 0.000 0,0.000 0.000 0,0.000 0.000 0,1.000 0.000 0,-1.000 0.000 0,0.000 0.000 0,0.000 0.000 0,0.000 1.000 0,0.000-1.000 0,0.000 0.000 0,0.000 0.000 0,0.000 0.000 0,0.000 0.000 0,0.000 0.000 0,0.000 0.000 0,0.000 0.000 0,0.000 0.000 0,0.000 0.000 0,0.000 0.000 0,0.000 1.000 0,0.000-1.000 0,0.000 0.000 0,0.000 0.000 0,0.000 0.000 0,0.000 0.000 0,0.000 0.000 0,0.000 0.000 0,0.000 0.000 0,0.000 0.000 0,-1.000 0.000 0,1.000 0.000 0,0.000 1.000 0,5.000-11.000 0,4.000-14.000 0,39.000-122.000 0,-47.000 143.000 0,0.000 0.000 0,0.000 1.000 0,1.000-1.000 0,-1.000 1.000 0,0.000-1.000 0,1.000 1.000 0,0.000 0.000 0,-1.000 0.000 0,1.000 0.000 0,0.000 0.000 0,0.000 0.000 0,0.000 0.000 0,1.000 0.000 0,-1.000 1.000 0,4.000-3.000 0,-6.000 4.000 0,1.000 0.000 0,0.000-1.000 0,-1.000 1.000 0,1.000 0.000 0,0.000 0.000 0,-1.000 0.000 0,1.000 0.000 0,0.000 0.000 0,-1.000 0.000 0,1.000 0.000 0,0.000 0.000 0,-1.000 0.000 0,1.000 0.000 0,0.000 0.000 0,-1.000 1.000 0,1.000-1.000 0,0.000 0.000 0,-1.000 0.000 0,1.000 1.000 0,-1.000-1.000 0,1.000 0.000 0,0.000 1.000 0,-1.000-1.000 0,1.000 1.000 0,0.000 0.000 0,1.000 1.000 0,-1.000 0.000 0,0.000-1.000 0,0.000 1.000 0,0.000 0.000 0,0.000 0.000 0,0.000-1.000 0,0.000 1.000 0,-1.000 0.000 0,1.000 0.000 0,-1.000 0.000 0,1.000 2.000 0,5.000 41.000 0,-2.000-1.000 0,-1.000 1.000 0,-5.000 54.000 0,0.000-33.000 0,3.000-11.000 0,0.000-28.000 0,-1.000 0.000 0,-5.000 44.000 0,5.000-70.000 0,0.000-1.000 0,0.000 1.000 0,0.000 0.000 0,0.000-1.000 0,-1.000 1.000 0,1.000-1.000 0,0.000 1.000 0,0.000 0.000 0,0.000-1.000 0,0.000 1.000 0,-1.000-1.000 0,1.000 1.000 0,0.000 0.000 0,-1.000-1.000 0,1.000 1.000 0,0.000-1.000 0,-1.000 1.000 0,1.000-1.000 0,-1.000 0.000 0,1.000 1.000 0,-1.000-1.000 0,1.000 1.000 0,-1.000-1.000 0,0.000 1.000 0,-9.000-9.000 0,-9.000-27.000 0,-242.000-592.000 0,241.000 586.000 0,-39.000-60.000 0,58.000 99.000 0,0.000 0.000 0,0.000 1.000 0,1.000-1.000 0,-1.000 1.000 0,0.000-1.000 0,0.000 1.000 0,-1.000-1.000 0,1.000 1.000 0,0.000 0.000 0,0.000 0.000 0,-1.000-1.000 0,1.000 1.000 0,0.000 0.000 0,-1.000 0.000 0,1.000 0.000 0,-1.000 0.000 0,1.000 1.000 0,-1.000-1.000 0,0.000 0.000 0,1.000 1.000 0,-1.000-1.000 0,0.000 1.000 0,1.000 0.000 0,-1.000-1.000 0,0.000 1.000 0,-3.000 0.000 0,3.000 1.000 0,0.000 0.000 0,-1.000 0.000 0,1.000 0.000 0,0.000 0.000 0,0.000 0.000 0,0.000 0.000 0,0.000 1.000 0,1.000-1.000 0,-1.000 1.000 0,0.000 0.000 0,0.000-1.000 0,1.000 1.000 0,-1.000 0.000 0,1.000 0.000 0,0.000 0.000 0,0.000 0.000 0,-1.000 0.000 0,1.000 0.000 0,-1.000 4.000 0,-122.000 275.000 0,96.000-215.000 0,25.000-54.000 0,21.000-44.000 0,8.000-23.000 0,-2.000-1.000 0,17.000-63.000 0,34.000-79.000 0,-61.000 172.000 0,-5.000 16.000 0,-9.000 10.000 0,0.000 0.000 0,0.000 0.000 0,0.000 0.000 0,0.000 0.000 0,0.000 0.000 0,1.000-1.000 0,-1.000 1.000 0,0.000 0.000 0,0.000 0.000 0,0.000 0.000 0,0.000 0.000 0,0.000 0.000 0,0.000 0.000 0,0.000 0.000 0,1.000 0.000 0,-1.000 0.000 0,0.000 0.000 0,0.000 0.000 0,0.000 0.000 0,0.000 0.000 0,0.000 0.000 0,0.000 0.000 0,1.000 0.000 0,-1.000 0.000 0,0.000 0.000 0,0.000 1.000 0,0.000-1.000 0,0.000 0.000 0,0.000 0.000 0,0.000 0.000 0,0.000 0.000 0,0.000 0.000 0,1.000 0.000 0,-1.000 0.000 0,0.000 0.000 0,0.000 0.000 0,0.000 0.000 0,0.000 0.000 0,0.000 1.000 0,0.000-1.000 0,0.000 0.000 0,0.000 0.000 0,0.000 0.000 0,0.000 0.000 0,0.000 0.000 0,0.000 0.000 0,0.000 0.000 0,0.000 1.000 0,0.000-1.000 0,0.000 0.000 0,0.000 0.000 0,0.000 0.000 0,0.000 0.000 0,0.000 0.000 0,0.000 0.000 0,0.000 1.000 0,0.000-1.000 0,0.000 0.000 0,0.000 0.000 0,0.000 0.000 0,0.000 0.000 0,0.000 0.000 0,0.000 0.000 0,0.000 0.000 0,0.000 1.000 0,-1.000 13.000 0,0.000 0.000 0,-5.000 27.000 0,0.000-4.000 0,-17.000 113.000 0,-44.000 266.000 0,40.000-266.000 0,-36.000 168.000 0,62.000-314.000 0,-12.000 40.000 0,12.000-42.000 0,1.000 1.000 0,-1.000-1.000 0,0.000 0.000 0,0.000 1.000 0,-1.000-1.000 0,1.000 0.000 0,0.000 0.000 0,-1.000 0.000 0,1.000 0.000 0,-1.000 0.000 0,0.000 0.000 0,1.000 0.000 0,-3.000 1.000 0,3.000-2.000 0,0.000-1.000 0,0.000 0.000 0,1.000 0.000 0,-1.000 0.000 0,0.000 0.000 0,0.000 0.000 0,0.000 0.000 0,1.000 0.000 0,-1.000 0.000 0,0.000 0.000 0,0.000 0.000 0,1.000 0.000 0,-1.000 0.000 0,0.000-1.000 0,0.000 1.000 0,1.000 0.000 0,-1.000 0.000 0,0.000-1.000 0,1.000 1.000 0,-1.000-1.000 0,0.000 1.000 0,1.000 0.000 0,-1.000-1.000 0,1.000 1.000 0,-1.000-1.000 0,1.000 0.000 0,-1.000 1.000 0,1.000-1.000 0,-1.000 1.000 0,1.000-1.000 0,-1.000 0.000 0,1.000 1.000 0,-1.000-2.000 0,-11.000-25.000 0,5.000-7.000 0,2.000 0.000 0,1.000 0.000 0,1.000 0.000 0,2.000 0.000 0,3.000-40.000 0,0.000-27.000 0,-3.000 64.000 0,-1.000 0.000 0,-2.000 0.000 0,-1.000 0.000 0,-2.000 0.000 0,-14.000-41.000 0,20.000 74.000 0,-1.000 1.000 0,0.000 0.000 0,1.000 0.000 0,-1.000 0.000 0,0.000 0.000 0,-1.000 0.000 0,1.000 0.000 0,-1.000 1.000 0,1.000-1.000 0,-1.000 1.000 0,0.000 0.000 0,0.000-1.000 0,0.000 1.000 0,0.000 0.000 0,0.000 1.000 0,0.000-1.000 0,0.000 1.000 0,-1.000-1.000 0,1.000 1.000 0,-1.000 0.000 0,1.000 0.000 0,-1.000 1.000 0,1.000-1.000 0,-1.000 1.000 0,-4.000-1.000 0,3.000 1.000 0,1.000 0.000 0,0.000 0.000 0,-1.000 0.000 0,1.000 1.000 0,-1.000 0.000 0,1.000-1.000 0,0.000 2.000 0,-1.000-1.000 0,1.000 0.000 0,0.000 1.000 0,0.000 0.000 0,0.000 0.000 0,0.000 0.000 0,0.000 0.000 0,1.000 1.000 0,-1.000-1.000 0,1.000 1.000 0,-1.000 0.000 0,1.000 0.000 0,-4.000 5.000 0,-6.000 13.000 0,1.000 1.000 0,1.000 1.000 0,1.000 0.000 0,-12.000 38.000 0,15.000-47.000 0,12.000-36.000 0,13.000-19.000 0,2.000 0.000 0,33.000-51.000 0,9.000-17.000 0,-57.000 99.000 0,1.000-3.000 0,0.000 1.000 0,1.000 0.000 0,13.000-18.000 0,-19.000 28.000 0,0.000 1.000 0,1.000-1.000 0,-1.000 1.000 0,1.000-1.000 0,-1.000 1.000 0,1.000 0.000 0,0.000-1.000 0,-1.000 1.000 0,1.000 0.000 0,0.000 0.000 0,0.000 0.000 0,0.000 1.000 0,3.000-2.000 0,-4.000 2.000 0,0.000 0.000 0,1.000 0.000 0,-1.000 0.000 0,0.000 0.000 0,0.000 0.000 0,1.000 1.000 0,-1.000-1.000 0,0.000 0.000 0,0.000 1.000 0,0.000-1.000 0,0.000 1.000 0,1.000-1.000 0,-1.000 1.000 0,0.000 0.000 0,0.000-1.000 0,0.000 1.000 0,0.000 0.000 0,0.000 0.000 0,-1.000 0.000 0,1.000 0.000 0,0.000 0.000 0,0.000 0.000 0,0.000 0.000 0,0.000 1.000 0,5.000 8.000 0,-1.000 0.000 0,0.000 0.000 0,-1.000 1.000 0,0.000-1.000 0,-1.000 1.000 0,4.000 21.000 0,-4.000-22.000 0,34.000 185.000 0,12.000 202.000 0,-44.000-331.000 0,-4.000-37.000 0,2.000 0.000 0,0.000 0.000 0,15.000 53.000 0,-18.000-81.000 0,0.000 0.000 0,1.000 0.000 0,-1.000 0.000 0,0.000 1.000 0,0.000-1.000 0,1.000 0.000 0,-1.000 0.000 0,1.000-1.000 0,-1.000 1.000 0,1.000 0.000 0,-1.000 0.000 0,1.000 0.000 0,0.000 0.000 0,-1.000 0.000 0,1.000-1.000 0,0.000 1.000 0,0.000 0.000 0,-1.000 0.000 0,1.000-1.000 0,0.000 1.000 0,0.000-1.000 0,0.000 1.000 0,0.000-1.000 0,0.000 1.000 0,0.000-1.000 0,0.000 1.000 0,0.000-1.000 0,0.000 0.000 0,0.000 0.000 0,0.000 0.000 0,0.000 1.000 0,0.000-1.000 0,0.000 0.000 0,0.000 0.000 0,0.000 0.000 0,0.000 0.000 0,0.000-1.000 0,1.000 1.000 0,-1.000 0.000 0,0.000 0.000 0,0.000-1.000 0,0.000 1.000 0,0.000 0.000 0,-1.000-1.000 0,1.000 1.000 0,0.000-1.000 0,0.000 0.000 0,0.000 1.000 0,0.000-1.000 0,0.000 0.000 0,0.000 1.000 0,0.000-2.000 0,6.000-4.000 0,-1.000 0.000 0,0.000 1.000 0,-1.000-2.000 0,0.000 1.000 0,7.000-11.000 0,102.000-180.000 0,-112.000 194.000 0,-1.000 1.000 0,1.000-1.000 0,0.000 1.000 0,0.000 0.000 0,0.000 0.000 0,0.000 0.000 0,1.000 0.000 0,-1.000 0.000 0,4.000-2.000 0,-5.000 3.000 0,0.000 1.000 0,0.000 0.000 0,-1.000-1.000 0,1.000 1.000 0,0.000 0.000 0,0.000 0.000 0,-1.000 0.000 0,1.000-1.000 0,0.000 1.000 0,0.000 0.000 0,0.000 0.000 0,-1.000 0.000 0,1.000 0.000 0,0.000 0.000 0,0.000 1.000 0,0.000-1.000 0,-1.000 0.000 0,1.000 0.000 0,0.000 0.000 0,0.000 1.000 0,-1.000-1.000 0,1.000 0.000 0,0.000 1.000 0,-1.000-1.000 0,1.000 1.000 0,0.000-1.000 0,-1.000 1.000 0,1.000-1.000 0,0.000 1.000 0,-1.000-1.000 0,1.000 1.000 0,-1.000 0.000 0,1.000-1.000 0,-1.000 1.000 0,0.000 0.000 0,1.000-1.000 0,-1.000 1.000 0,1.000 0.000 0,-1.000 0.000 0,0.000-1.000 0,0.000 1.000 0,0.000 0.000 0,1.000 1.000 0,3.000 13.000 0,0.000 1.000 0,-1.000 0.000 0,-1.000 0.000 0,-1.000 0.000 0,0.000 0.000 0,-2.000 21.000 0,1.000-1.000 0,-3.000 193.000 0,-1.000-180.000 0,-3.000 1.000 0,-19.000 76.000 0,19.000-105.000 0,5.000-27.000 0,6.000-35.000 0,13.000-75.000 0,-26.000 158.000 0,-1.000-1.000 0,-2.000-1.000 0,-2.000 0.000 0,-21.000 42.000 0,13.000-30.000 0,16.000-34.000 0,-1.000-1.000 0,-2.000 0.000 0,1.000 0.000 0,-2.000 0.000 0,-12.000 15.000 0,22.000-32.000 0,0.000-1.000 0,0.000 1.000 0,0.000 0.000 0,1.000 0.000 0,-1.000-1.000 0,0.000 1.000 0,0.000 0.000 0,0.000 0.000 0,0.000-1.000 0,0.000 1.000 0,0.000 0.000 0,0.000 0.000 0,0.000-1.000 0,0.000 1.000 0,0.000 0.000 0,0.000 0.000 0,-1.000-1.000 0,1.000 1.000 0,0.000 0.000 0,0.000 0.000 0,0.000-1.000 0,0.000 1.000 0,0.000 0.000 0,0.000 0.000 0,-1.000 0.000 0,1.000-1.000 0,0.000 1.000 0,0.000 0.000 0,0.000 0.000 0,0.000 0.000 0,-1.000-1.000 0,1.000 1.000 0,0.000 0.000 0,0.000 0.000 0,-1.000 0.000 0,1.000 0.000 0,0.000 0.000 0,0.000 0.000 0,0.000 0.000 0,-1.000-1.000 0,1.000 1.000 0,0.000 0.000 0,0.000 0.000 0,-1.000 0.000 0,1.000 0.000 0,0.000 0.000 0,-1.000 0.000 0,1.000 0.000 0,0.000 0.000 0,0.000 0.000 0,-1.000 0.000 0,1.000 0.000 0,0.000 1.000 0,0.000-1.000 0,-1.000 0.000 0,1.000 0.000 0,0.000 0.000 0,0.000 0.000 0,0.000 0.000 0,-1.000 0.000 0,1.000 1.000 0,0.000-1.000 0,0.000 0.000 0,0.000 0.000 0,-1.000 0.000 0,1.000 0.000 0,0.000 1.000 0,0.000-1.000 0,0.000 0.000 0,-1.000-27.000 0,7.000-32.000 0,21.000-93.000 0,260.000-1021.000-1320,-275.000 1133.000 1320,-7.000 31.000 0,-3.000 12.000 0,-2.000 18.000 0,-68.000 391.000 1331,46.000-299.000-1342,-88.000 369.000 11,107.000-474.000 0,2.000 0.000 0,-1.000 0.000 0,1.000 0.000 0,0.000 15.000 0,1.000-22.000 0,0.000 0.000 0,0.000 0.000 0,0.000 0.000 0,0.000 0.000 0,1.000 0.000 0,-1.000 0.000 0,0.000 0.000 0,0.000 0.000 0,1.000 0.000 0,-1.000 0.000 0,1.000 0.000 0,-1.000 0.000 0,1.000-1.000 0,-1.000 1.000 0,1.000 0.000 0,0.000 0.000 0,-1.000 0.000 0,1.000-1.000 0,1.000 2.000 0,-1.000-1.000 0,0.000-1.000 0,1.000 0.000 0,-1.000 0.000 0,0.000 1.000 0,0.000-1.000 0,1.000 0.000 0,-1.000 0.000 0,0.000 0.000 0,0.000 0.000 0,1.000-1.000 0,-1.000 1.000 0,0.000 0.000 0,0.000 0.000 0,1.000-1.000 0,-1.000 1.000 0,0.000-1.000 0,0.000 1.000 0,0.000-1.000 0,0.000 1.000 0,2.000-2.000 0,11.000-8.000 0,0.000-1.000 0,-1.000 0.000 0,0.000-1.000 0,-1.000-1.000 0,0.000 0.000 0,15.000-22.000 0,-1.000 2.000 0,-11.000 14.000 0,-2.000 0.000 0,14.000-27.000 0,-19.000 31.000 0,0.000 0.000 0,2.000 0.000 0,-1.000 1.000 0,2.000 1.000 0,16.000-18.000 0,-26.000 30.000 0,-1.000 1.000 0,0.000-1.000 0,1.000 1.000 0,-1.000-1.000 0,1.000 1.000 0,-1.000 0.000 0,0.000-1.000 0,1.000 1.000 0,-1.000 0.000 0,1.000-1.000 0,-1.000 1.000 0,1.000 0.000 0,-1.000 0.000 0,1.000-1.000 0,0.000 1.000 0,-1.000 0.000 0,1.000 0.000 0,-1.000 0.000 0,1.000 0.000 0,-1.000 0.000 0,1.000 0.000 0,-1.000 0.000 0,1.000 0.000 0,0.000 0.000 0,-1.000 0.000 0,1.000 0.000 0,-1.000 0.000 0,1.000 0.000 0,-1.000 0.000 0,1.000 0.000 0,-1.000 1.000 0,1.000-1.000 0,0.000 0.000 0,-1.000 0.000 0,1.000 1.000 0,-1.000-1.000 0,0.000 0.000 0,1.000 1.000 0,-1.000-1.000 0,1.000 0.000 0,-1.000 1.000 0,1.000-1.000 0,-1.000 1.000 0,0.000-1.000 0,1.000 1.000 0,-1.000-1.000 0,0.000 1.000 0,0.000-1.000 0,1.000 1.000 0,-1.000 0.000 0,8.000 32.000 0,-6.000-6.000 0,0.000 0.000 0,-2.000 1.000 0,-6.000 42.000 0,-20.000 85.000 0,6.000-43.000 0,42.000-218.000 0,-23.000 114.000 0,-11.000 55.000 0,10.000-55.000 0,0.000 1.000 0,-1.000-1.000 0,0.000 0.000 0,0.000 0.000 0,-1.000 0.000 0,-5.000 9.000 0,9.000-17.000 0,0.000 0.000 0,0.000 0.000 0,0.000 0.000 0,0.000 0.000 0,0.000 0.000 0,0.000 0.000 0,0.000 0.000 0,0.000 1.000 0,0.000-1.000 0,0.000 0.000 0,-1.000 0.000 0,1.000 0.000 0,0.000 0.000 0,0.000 0.000 0,0.000 0.000 0,0.000 0.000 0,0.000 0.000 0,0.000 0.000 0,0.000 0.000 0,0.000 0.000 0,0.000 1.000 0,0.000-1.000 0,-1.000 0.000 0,1.000 0.000 0,0.000 0.000 0,0.000 0.000 0,0.000 0.000 0,0.000 0.000 0,0.000 0.000 0,0.000 0.000 0,0.000 0.000 0,0.000 0.000 0,-1.000 0.000 0,1.000 0.000 0,0.000 0.000 0,0.000 0.000 0,0.000 0.000 0,0.000 0.000 0,0.000 0.000 0,0.000 0.000 0,0.000 0.000 0,0.000 0.000 0,-1.000 0.000 0,1.000-1.000 0,0.000 1.000 0,0.000 0.000 0,0.000 0.000 0,0.000 0.000 0,0.000 0.000 0,0.000 0.000 0,0.000 0.000 0,0.000 0.000 0,0.000 0.000 0,0.000 0.000 0,-1.000 0.000 0,1.000 0.000 0,0.000-1.000 0,-1.000-9.000 0,1.000-11.000 0,4.000 4.000 0,1.000 0.000 0,0.000 1.000 0,1.000 0.000 0,15.000-29.000 0,-5.000 11.000 0,-14.000 32.000-7,-3.000 6.000-694,1.000-2.000 44,-2.000 9.000-6169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08:36: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0.000 2.000 24447,'596.000'479.000'0,"1196.000"-479.000"0,-2388.000-479.000 0,-1196.000 479.000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08:36: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305.000 54.000 24559,'74.000'-54.000'0,"-453.000"54.000"0,684.000 54.000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08:37: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538.000 390.000 24575,'847.000'0.000'0,"-898.000"-31.000"0,-31.000-16.000 0,-46.000-24.000 0,108.000 62.000 0,0.000-1.000 0,1.000-1.000 0,0.000-1.000 0,1.000-1.000 0,0.000 0.000 0,-18.000-19.000 0,30.000 28.000 0,0.000-1.000 0,1.000 1.000 0,-1.000 0.000 0,-1.000 1.000 0,1.000-1.000 0,-1.000 1.000 0,1.000 0.000 0,-1.000 1.000 0,0.000 0.000 0,0.000 0.000 0,0.000 0.000 0,0.000 1.000 0,0.000 0.000 0,0.000 1.000 0,0.000-1.000 0,0.000 1.000 0,0.000 1.000 0,0.000-1.000 0,-1.000 1.000 0,1.000 0.000 0,0.000 1.000 0,0.000 0.000 0,1.000 0.000 0,-1.000 0.000 0,0.000 1.000 0,1.000 0.000 0,-1.000 0.000 0,-8.000 7.000 0,8.000-6.000 0,0.000 0.000 0,-1.000 0.000 0,1.000 0.000 0,-1.000-1.000 0,0.000 0.000 0,0.000-1.000 0,0.000 0.000 0,-1.000 0.000 0,1.000-1.000 0,-11.000 1.000 0,-15.000-1.000 0,-43.000-4.000 0,21.000 1.000 0,-43.000 3.000 0,-84.000-3.000 0,165.000 0.000 0,0.000-1.000 0,0.000-1.000 0,-20.000-6.000 0,62.000 5.000 0,17.000 3.000 0,742.000 3.000 0,-737.000 2.000 0,-44.000-2.000 0,0.000-1.000 0,0.000 0.000 0,0.000 1.000 0,0.000 0.000 0,0.000-1.000 0,0.000 1.000 0,0.000 0.000 0,0.000 0.000 0,0.000 0.000 0,0.000 0.000 0,0.000 1.000 0,-1.000-1.000 0,1.000 0.000 0,0.000 1.000 0,-1.000-1.000 0,1.000 1.000 0,-1.000 0.000 0,2.000 2.000 0,-3.000-3.000 0,1.000-1.000 0,-1.000 1.000 0,0.000 0.000 0,0.000-1.000 0,0.000 1.000 0,0.000-1.000 0,0.000 1.000 0,0.000 0.000 0,0.000-1.000 0,0.000 1.000 0,-1.000 0.000 0,1.000-1.000 0,0.000 1.000 0,0.000 0.000 0,0.000-1.000 0,-1.000 1.000 0,1.000-1.000 0,0.000 1.000 0,-1.000-1.000 0,1.000 1.000 0,0.000 0.000 0,-1.000-1.000 0,1.000 1.000 0,-1.000-1.000 0,1.000 0.000 0,-1.000 1.000 0,1.000-1.000 0,-1.000 1.000 0,1.000-1.000 0,-1.000 0.000 0,1.000 1.000 0,-1.000-1.000 0,1.000 0.000 0,-1.000 0.000 0,0.000 1.000 0,1.000-1.000 0,-2.000 0.000 0,-29.000 10.000 0,24.000-8.000 0,-20.000 4.000 0,-1.000 0.000 0,1.000-2.000 0,-1.000-2.000 0,-44.000 0.000 0,-15.000 1.000 0,5.000 9.000 0,54.000-7.000 0,-43.000 2.000 0,-217.000-6.000 0,134.000-2.000 0,135.000-1.000 0,-1.000 0.000 0,1.000-1.000 0,-1.000-1.000 0,-22.000-8.000 0,105.000 8.000 0,750.000 5.000 0,-792.000-2.000 0,-1.000-1.000 0,40.000-10.000 0,-5.000 1.000 0,12.000-1.000 0,115.000-39.000 0,-115.000 26.000 0,-39.000 13.000 0,0.000 2.000 0,41.000-9.000 0,-20.000 9.000 0,0.000 3.000 0,85.000-3.000 0,-62.000 12.000 0,89.000-4.000 0,-140.000-1.000 0,0.000-2.000 0,28.000-9.000 0,-44.000 13.000 0,-69.000-3.000 0,-696.000 5.000 0,734.000 1.000 0,0.000 0.000 0,-47.000 12.000 0,43.000-7.000 0,28.000-7.000 0,0.000 0.000 0,1.000 1.000 0,-1.000-1.000 0,0.000 1.000 0,0.000-1.000 0,1.000 1.000 0,-1.000-1.000 0,1.000 1.000 0,-1.000 0.000 0,0.000 0.000 0,1.000 0.000 0,-1.000 0.000 0,1.000 0.000 0,0.000 0.000 0,-1.000 0.000 0,0.000 2.000 0,2.000-3.000 0,0.000 0.000 0,0.000 1.000 0,0.000-1.000 0,0.000 0.000 0,0.000 0.000 0,0.000 1.000 0,0.000-1.000 0,0.000 0.000 0,0.000 0.000 0,0.000 1.000 0,0.000-1.000 0,0.000 0.000 0,0.000 0.000 0,0.000 1.000 0,0.000-1.000 0,0.000 0.000 0,0.000 0.000 0,1.000 1.000 0,-1.000-1.000 0,0.000 0.000 0,0.000 0.000 0,0.000 0.000 0,0.000 1.000 0,1.000-1.000 0,-1.000 0.000 0,0.000 0.000 0,0.000 0.000 0,0.000 0.000 0,1.000 1.000 0,-1.000-1.000 0,0.000 0.000 0,0.000 0.000 0,0.000 0.000 0,1.000 0.000 0,20.000 5.000 0,255.000-1.000 0,-153.000-6.000 0,392.000 2.000 0,-499.000 1.000 0,1.000 1.000 0,0.000 1.000 0,0.000 0.000 0,-1.000 1.000 0,22.000 9.000 0,-20.000-7.000 0,0.000 0.000 0,0.000-2.000 0,1.000 0.000 0,19.000 2.000 0,-25.000-6.000 0,1.000 1.000 0,-1.000-1.000 0,0.000 1.000 0,0.000 1.000 0,1.000 1.000 0,-1.000 0.000 0,18.000 7.000 0,-77.000-4.000 0,-1010.000-7.000 0,2074.000 1.000 0,-1120.000-2.000 0,-120.000 5.000 0,121.000 9.000 0,58.000-6.000 0,-52.000 2.000 0,-553.000-9.000 0,696.000 3.000 0,-2.000 3.000 0,66.000 14.000 0,-59.000-8.000 0,80.000 5.000 0,-24.000-3.000 0,-73.000-8.000 0,53.000 3.000 0,431.000-9.000 0,-1757.000 1.000 0,1200.000-2.000 0,-56.000-10.000 0,58.000 7.000 0,-60.000-3.000 0,215.000-5.000 0,-46.000 3.000 0,152.000-28.000 0,-126.000 19.000 0,-22.000 7.000 0,113.000-2.000 0,79.000 15.000 0,-100.000 1.000 0,253.000-2.000 0,-523.000 0.000 0,1.000 5.000 0,-128.000 21.000 0,132.000-8.000 0,0.000-4.000 0,-158.000 4.000 0,-1.000-21.000 0,910.000 3.000 0,-628.000-1.000 0,-1.000-2.000 0,0.000-1.000 0,49.000-14.000 0,-48.000 10.000 0,0.000 1.000 0,1.000 2.000 0,39.000-2.000 0,24.000 7.000 0,-179.000 1.000 0,-75.000-2.000 0,159.000 1.000 0,0.000-1.000 0,0.000 1.000 0,0.000-1.000 0,0.000 1.000 0,0.000-1.000 0,0.000 0.000 0,0.000 0.000 0,-3.000-2.000 0,1.000-6.000 0,16.000-3.000 0,-5.000 9.000 0,-1.000 0.000 0,1.000 0.000 0,1.000 0.000 0,-1.000 1.000 0,0.000 0.000 0,1.000 1.000 0,-1.000 0.000 0,9.000-1.000 0,57.000-1.000 0,-49.000 3.000 0,349.000 0.000 111,-153.000 1.000-1587,-196.000-1.000-5350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4:36: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1.000 0.000 24528,'0.000'235.000'0,"743.000"-235.000"0,-743.000-235.000 0,-743.000 235.000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4:36: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398.000 1068.000 24575,'556.000'0.000'0,"-1208.000"0.000"0,638.000 0.000 0,1.000 0.000 0,0.000-1.000 0,0.000-1.000 0,0.000 0.000 0,0.000 0.000 0,0.000-1.000 0,0.000-1.000 0,-16.000-7.000 0,28.000 11.000 0,1.000-1.000 0,-1.000 1.000 0,1.000 0.000 0,-1.000 0.000 0,1.000-1.000 0,-1.000 1.000 0,1.000 0.000 0,-1.000-1.000 0,1.000 1.000 0,-1.000 0.000 0,1.000-1.000 0,-1.000 1.000 0,1.000-1.000 0,0.000 1.000 0,-1.000-1.000 0,1.000 1.000 0,0.000-1.000 0,-1.000 1.000 0,1.000-1.000 0,0.000 1.000 0,0.000-1.000 0,-1.000 1.000 0,1.000-1.000 0,0.000 0.000 0,9.000-7.000 0,25.000 1.000 0,262.000 2.000 0,-157.000 8.000 0,-64.000-3.000 0,-45.000 0.000 0,-27.000 0.000 0,-10.000 0.000 0,-516.000 0.000 0,622.000-2.000 0,115.000 5.000 0,-131.000 10.000 0,-57.000-8.000 0,49.000 4.000 0,-57.000-9.000 0,87.000 6.000 0,-92.000-4.000 0,0.000 0.000 0,-1.000 1.000 0,1.000 1.000 0,0.000 0.000 0,22.000 10.000 0,-34.000-14.000 0,0.000 1.000 0,0.000-1.000 0,0.000 1.000 0,1.000-1.000 0,-1.000 1.000 0,0.000 0.000 0,0.000-1.000 0,0.000 1.000 0,0.000 0.000 0,0.000 0.000 0,0.000 0.000 0,-1.000-1.000 0,1.000 1.000 0,0.000 0.000 0,0.000 0.000 0,0.000 1.000 0,-1.000-1.000 0,1.000 0.000 0,-1.000 0.000 0,1.000 0.000 0,-1.000 0.000 0,1.000 0.000 0,-1.000 1.000 0,0.000-1.000 0,1.000 1.000 0,-2.000 0.000 0,1.000-1.000 0,-1.000 1.000 0,1.000-1.000 0,-1.000 1.000 0,0.000-1.000 0,1.000 0.000 0,-1.000 0.000 0,0.000 1.000 0,0.000-1.000 0,0.000 0.000 0,0.000 0.000 0,0.000 0.000 0,0.000 0.000 0,0.000 0.000 0,-1.000 0.000 0,1.000 0.000 0,-2.000 1.000 0,-7.000 4.000 0,-1.000 0.000 0,0.000-1.000 0,-22.000 7.000 0,12.000-6.000 0,0.000-1.000 0,0.000-2.000 0,0.000 0.000 0,-26.000 0.000 0,-87.000-5.000 0,64.000 0.000 0,151.000 4.000 0,90.000-4.000 0,-70.000-14.000 0,-47.000 7.000 0,-52.000 9.000 0,-1.000 0.000 0,1.000-1.000 0,-1.000 1.000 0,1.000 0.000 0,0.000 0.000 0,-1.000-1.000 0,1.000 1.000 0,-1.000-1.000 0,1.000 1.000 0,-1.000-1.000 0,1.000 0.000 0,-1.000 0.000 0,0.000 0.000 0,1.000 1.000 0,-1.000-1.000 0,0.000 0.000 0,1.000-1.000 0,1.000-1.000 0,-3.000 2.000 0,0.000 0.000 0,0.000 1.000 0,0.000-1.000 0,0.000 0.000 0,0.000 0.000 0,0.000 0.000 0,0.000 0.000 0,0.000 1.000 0,0.000-1.000 0,-1.000 0.000 0,1.000 0.000 0,0.000 0.000 0,0.000 1.000 0,-1.000-1.000 0,1.000 0.000 0,-1.000 1.000 0,1.000-1.000 0,-1.000 0.000 0,1.000 1.000 0,-1.000-1.000 0,1.000 0.000 0,-1.000 1.000 0,1.000-1.000 0,-1.000 1.000 0,-1.000-1.000 0,-3.000-4.000 0,-1.000 1.000 0,0.000 0.000 0,0.000 0.000 0,-1.000 0.000 0,1.000 1.000 0,-14.000-5.000 0,-47.000-8.000 0,42.000 11.000 0,-47.000-16.000 0,50.000 12.000 0,1.000 2.000 0,0.000-2.000 0,-25.000-14.000 0,45.000 23.000 0,1.000-1.000 0,-1.000 1.000 0,0.000 0.000 0,1.000-1.000 0,-1.000 1.000 0,0.000-1.000 0,1.000 1.000 0,-1.000-1.000 0,0.000 1.000 0,1.000-1.000 0,-1.000 1.000 0,1.000-1.000 0,-1.000 1.000 0,1.000-1.000 0,0.000 0.000 0,-1.000 1.000 0,1.000-1.000 0,-1.000 0.000 0,1.000 1.000 0,0.000-1.000 0,0.000 0.000 0,-1.000 0.000 0,1.000 1.000 0,0.000-1.000 0,0.000 0.000 0,0.000 0.000 0,0.000 1.000 0,0.000-1.000 0,0.000-1.000 0,1.000 1.000 0,-1.000 0.000 0,1.000 0.000 0,0.000-1.000 0,0.000 1.000 0,0.000 0.000 0,0.000 0.000 0,0.000 1.000 0,0.000-1.000 0,0.000 0.000 0,0.000 0.000 0,0.000 0.000 0,0.000 1.000 0,0.000-1.000 0,1.000 0.000 0,0.000 0.000 0,7.000-2.000 0,0.000 0.000 0,0.000 0.000 0,15.000-2.000 0,34.000-1.000 0,1.000 3.000 0,80.000 5.000 0,-27.000 1.000 0,141.000-3.000 0,-310.000 1.000 0,-84.000 13.000 0,109.000-9.000 0,-3.000 0.000 0,0.000 1.000 0,-63.000 20.000 0,-19.000 17.000 0,120.000-41.000 0,15.000 0.000 0,21.000 0.000 0,310.000-4.000 0,-349.000 2.000 0,42.000 4.000 0,-41.000-4.000 0,0.000 0.000 0,-1.000 0.000 0,1.000 0.000 0,0.000 1.000 0,-1.000-1.000 0,1.000 0.000 0,0.000 1.000 0,-1.000-1.000 0,1.000 0.000 0,0.000 1.000 0,-1.000-1.000 0,1.000 1.000 0,-1.000-1.000 0,1.000 1.000 0,-1.000-1.000 0,1.000 1.000 0,-1.000-1.000 0,1.000 1.000 0,-1.000-1.000 0,1.000 2.000 0,-1.000-1.000 0,0.000 0.000 0,0.000 0.000 0,0.000-1.000 0,-1.000 1.000 0,1.000 0.000 0,0.000 0.000 0,0.000 0.000 0,0.000 0.000 0,-1.000 0.000 0,1.000-1.000 0,-1.000 1.000 0,1.000 0.000 0,0.000 0.000 0,-1.000-1.000 0,1.000 1.000 0,-1.000 0.000 0,0.000-1.000 0,1.000 1.000 0,-1.000 0.000 0,1.000-1.000 0,-3.000 2.000 0,-10.000 9.000 0,-2.000 1.000 0,1.000-2.000 0,-1.000 0.000 0,-1.000-1.000 0,0.000-1.000 0,0.000 0.000 0,-1.000-1.000 0,0.000-1.000 0,0.000 0.000 0,-27.000 5.000 0,16.000-4.000 0,2.000 1.000 0,-31.000 15.000 0,31.000-13.000 0,-55.000 16.000 0,80.000-24.000 0,7.000-2.000 0,21.000 1.000 0,41.000-4.000 0,11.000-16.000 0,85.000-30.000 0,-11.000 2.000 0,-116.000 40.000 0,0.000 2.000 0,1.000 2.000 0,-1.000 1.000 0,73.000 5.000 0,-13.000 0.000 0,-124.000-2.000 0,0.000 1.000 0,0.000 1.000 0,-45.000 11.000 0,15.000 0.000 0,-97.000 12.000 0,-17.000 3.000 0,118.000-20.000 0,0.000-3.000 0,-1.000-2.000 0,1.000-2.000 0,-61.000-5.000 0,7.000 0.000 0,52.000 4.000 0,-55.000-3.000 0,109.000 3.000 0,0.000-1.000 0,-1.000 0.000 0,1.000 0.000 0,0.000 0.000 0,0.000 0.000 0,0.000 0.000 0,0.000-1.000 0,0.000 1.000 0,-1.000 0.000 0,1.000 0.000 0,0.000-1.000 0,0.000 1.000 0,0.000-1.000 0,0.000 1.000 0,0.000-1.000 0,0.000 1.000 0,0.000-1.000 0,0.000 0.000 0,0.000 1.000 0,0.000-1.000 0,0.000 0.000 0,1.000 0.000 0,-1.000 1.000 0,0.000-1.000 0,0.000 0.000 0,0.000-2.000 0,1.000 2.000 0,0.000 0.000 0,1.000-1.000 0,-1.000 1.000 0,0.000 0.000 0,1.000-1.000 0,-1.000 1.000 0,1.000 0.000 0,0.000 0.000 0,-1.000-1.000 0,1.000 1.000 0,0.000 0.000 0,0.000 0.000 0,0.000 0.000 0,-1.000 0.000 0,1.000 0.000 0,0.000 0.000 0,1.000 0.000 0,0.000-1.000 0,9.000-6.000 0,0.000 0.000 0,1.000 0.000 0,16.000-7.000 0,33.000-12.000 0,1.000 4.000 0,94.000-24.000 0,-123.000 42.000 0,-10.000 2.000 0,-43.000 2.000 0,-75.000 3.000 0,-147.000-4.000 0,217.000-5.000 0,19.000 0.000 0,17.000 1.000 0,8.000 2.000 0,0.000 1.000 0,1.000 1.000 0,32.000 0.000 0,-26.000 2.000 0,36.000-6.000 0,15.000-3.000 0,153.000 3.000 0,-177.000 6.000 0,-81.000-1.000 0,1.000-2.000 0,-1.000-2.000 0,-43.000-11.000 0,-22.000-5.000 0,-66.000-4.000 0,-254.000-8.000 0,378.000 32.000 0,-55.000-11.000 0,-22.000-1.000 0,105.000 13.000 0,1.000-1.000 0,0.000 0.000 0,0.000 0.000 0,0.000 0.000 0,-8.000-3.000 0,13.000 4.000 0,0.000 0.000 0,1.000-1.000 0,-1.000 1.000 0,0.000 0.000 0,1.000-1.000 0,-1.000 1.000 0,0.000-1.000 0,1.000 1.000 0,-1.000 0.000 0,0.000-1.000 0,1.000 0.000 0,-1.000 1.000 0,1.000-1.000 0,-1.000 1.000 0,1.000-1.000 0,-1.000 0.000 0,1.000 1.000 0,0.000-1.000 0,-1.000 0.000 0,1.000 1.000 0,-1.000-2.000 0,2.000 1.000 0,-1.000 0.000 0,0.000 0.000 0,0.000 0.000 0,0.000 0.000 0,1.000 0.000 0,-1.000 0.000 0,1.000 0.000 0,-1.000 0.000 0,1.000 0.000 0,-1.000 0.000 0,1.000 0.000 0,-1.000 0.000 0,1.000 0.000 0,0.000 0.000 0,-1.000 0.000 0,1.000 0.000 0,0.000 1.000 0,0.000-1.000 0,0.000 0.000 0,1.000 0.000 0,6.000-5.000 0,0.000 1.000 0,0.000 1.000 0,0.000-1.000 0,0.000 1.000 0,1.000 1.000 0,15.000-5.000 0,59.000-11.000 0,-1.000 11.000 0,-1.000 3.000 0,109.000 7.000 0,-51.000 1.000 0,507.000-3.000 0,-677.000 0.000 0,-130.000-4.000 0,133.000 1.000 0,-1.000-1.000 0,1.000-1.000 0,-45.000-14.000 0,-2.000-4.000 0,39.000 13.000 0,1.000-2.000 0,0.000-1.000 0,-56.000-30.000 0,85.000 40.000 0,1.000-1.000 0,1.000 1.000 0,-1.000-1.000 0,0.000 0.000 0,1.000 0.000 0,0.000-1.000 0,0.000 1.000 0,-5.000-9.000 0,8.000 12.000 0,1.000 0.000 0,-1.000 0.000 0,0.000 0.000 0,1.000 0.000 0,-1.000-1.000 0,1.000 1.000 0,-1.000 0.000 0,1.000 0.000 0,0.000-1.000 0,-1.000 1.000 0,1.000 0.000 0,0.000 0.000 0,0.000-1.000 0,0.000 1.000 0,0.000 0.000 0,0.000-1.000 0,0.000 1.000 0,1.000 0.000 0,-1.000 0.000 0,0.000-1.000 0,1.000 1.000 0,-1.000 0.000 0,1.000 0.000 0,-1.000-1.000 0,1.000 1.000 0,-1.000 0.000 0,1.000 0.000 0,0.000 0.000 0,0.000 0.000 0,-1.000 0.000 0,1.000 0.000 0,0.000 0.000 0,0.000 0.000 0,0.000 0.000 0,0.000 0.000 0,0.000 1.000 0,0.000-1.000 0,1.000 0.000 0,-1.000 1.000 0,0.000-1.000 0,0.000 1.000 0,0.000-1.000 0,1.000 1.000 0,-1.000-1.000 0,0.000 1.000 0,2.000 0.000 0,15.000-5.000 0,1.000 2.000 0,0.000 0.000 0,-1.000 1.000 0,1.000 1.000 0,0.000 0.000 0,36.000 5.000 0,-2.000-2.000 0,350.000 0.000 0,-375.000 0.000 0,1.000 1.000 0,37.000 8.000 0,-22.000-2.000 0,-92.000-10.000 0,-16.000-2.000 0,-8.000-7.000 0,-1.000 3.000 0,-78.000 2.000 0,144.000 5.000 0,1.000-1.000 0,-1.000 1.000 0,0.000-1.000 0,1.000 0.000 0,-11.000-4.000 0,16.000 5.000 0,0.000 0.000 0,0.000 0.000 0,0.000-1.000 0,0.000 1.000 0,0.000-1.000 0,0.000 1.000 0,0.000-1.000 0,0.000 1.000 0,0.000-1.000 0,0.000 1.000 0,0.000-1.000 0,0.000 0.000 0,0.000 0.000 0,0.000 1.000 0,0.000-1.000 0,1.000 0.000 0,-1.000 0.000 0,0.000 0.000 0,1.000 0.000 0,-1.000 0.000 0,0.000 0.000 0,1.000 0.000 0,-1.000 0.000 0,1.000 0.000 0,0.000 0.000 0,-1.000-1.000 0,1.000 1.000 0,0.000 0.000 0,0.000 0.000 0,0.000 0.000 0,-1.000 0.000 0,1.000 0.000 0,0.000-1.000 0,1.000 1.000 0,-1.000 0.000 0,0.000 0.000 0,0.000 0.000 0,0.000 0.000 0,1.000 0.000 0,0.000-2.000 0,1.000 0.000 0,0.000 0.000 0,0.000 0.000 0,0.000 0.000 0,1.000 0.000 0,-1.000 1.000 0,1.000-1.000 0,0.000 1.000 0,0.000 0.000 0,0.000 0.000 0,0.000 0.000 0,0.000 0.000 0,0.000 0.000 0,1.000 1.000 0,-1.000-1.000 0,7.000-1.000 0,5.000-2.000 0,0.000 1.000 0,22.000-3.000 0,7.000 1.000 0,-13.000 2.000 0,0.000-1.000 0,0.000-1.000 0,37.000-13.000 0,218.000-97.000 0,-206.000 90.000 0,-66.000 23.000 0,0.000-1.000 0,-1.000 0.000 0,1.000-1.000 0,-1.000-1.000 0,0.000 0.000 0,0.000 0.000 0,-1.000-1.000 0,23.000-18.000 0,141.000-119.000 0,-175.000 143.000 0,0.000 0.000 0,1.000 1.000 0,-1.000-1.000 0,0.000 0.000 0,0.000 0.000 0,0.000 0.000 0,0.000 0.000 0,0.000 0.000 0,0.000 0.000 0,0.000 0.000 0,0.000 0.000 0,-1.000 0.000 0,1.000 0.000 0,0.000-1.000 0,-1.000 1.000 0,2.000-2.000 0,-3.000 2.000 0,1.000 1.000 0,0.000-1.000 0,0.000 1.000 0,0.000 0.000 0,-1.000-1.000 0,1.000 1.000 0,0.000-1.000 0,0.000 1.000 0,-1.000-1.000 0,1.000 1.000 0,0.000 0.000 0,-1.000-1.000 0,1.000 1.000 0,-1.000 0.000 0,1.000-1.000 0,0.000 1.000 0,-1.000 0.000 0,1.000-1.000 0,-1.000 1.000 0,1.000 0.000 0,-1.000 0.000 0,1.000 0.000 0,-1.000-1.000 0,1.000 1.000 0,-1.000 0.000 0,1.000 0.000 0,-1.000 0.000 0,0.000 0.000 0,-10.000-1.000 0,0.000 0.000 0,0.000 0.000 0,-12.000 2.000 0,9.000-1.000 0,-543.000 4.000 0,551.000-4.000 0,0.000 0.000 0,1.000 0.000 0,-1.000 1.000 0,0.000 0.000 0,1.000 0.000 0,-1.000 0.000 0,0.000 1.000 0,1.000 0.000 0,0.000 0.000 0,-1.000 0.000 0,1.000 0.000 0,0.000 1.000 0,-5.000 4.000 0,4.000-2.000 0,0.000 0.000 0,1.000 1.000 0,0.000-1.000 0,0.000 1.000 0,0.000 0.000 0,1.000 1.000 0,0.000-1.000 0,0.000 1.000 0,-4.000 10.000 0,-7.000 22.000 0,2.000 0.000 0,1.000 1.000 0,3.000 1.000 0,-6.000 46.000 0,6.000 2.000 0,4.000 0.000 0,7.000 103.000 0,1.000-56.000 0,-3.000 265.000-1365,0.000-379.000-5461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4:36: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1662.000 612.000 24575,'-393.000'0.000'0,"384.000"0.000"0,-1.000-1.000 0,0.000 0.000 0,1.000 0.000 0,-1.000-1.000 0,1.000 0.000 0,-1.000-1.000 0,1.000 0.000 0,-11.000-5.000 0,19.000 5.000 0,8.000 1.000 0,8.000 0.000 0,320.000 1.000 0,-185.000 3.000 0,-609.000-2.000 0,440.000 1.000 0,0.000 1.000 0,1.000 1.000 0,-19.000 5.000 0,17.000-4.000 0,0.000 0.000 0,-28.000 2.000 0,-71.000-7.000 0,681.000 1.000 0,-1576.000 0.000 0,999.000-1.000 0,0.000-1.000 0,1.000 0.000 0,-25.000-8.000 0,27.000 7.000 0,0.000 0.000 0,0.000 0.000 0,0.000 2.000 0,0.000-1.000 0,-19.000 1.000 0,223.000 0.000 0,-90.000 3.000 0,-5.000-4.000 0,103.000 5.000 0,-198.000-3.000 0,-1.000 0.000 0,1.000 0.000 0,-1.000 0.000 0,0.000 0.000 0,1.000 1.000 0,-1.000-1.000 0,1.000 1.000 0,-1.000-1.000 0,1.000 1.000 0,-1.000-1.000 0,0.000 1.000 0,1.000 0.000 0,-1.000 0.000 0,0.000-1.000 0,0.000 1.000 0,0.000 0.000 0,0.000 0.000 0,0.000 0.000 0,2.000 2.000 0,-3.000-2.000 0,0.000 0.000 0,0.000 0.000 0,0.000 0.000 0,0.000-1.000 0,0.000 1.000 0,0.000 0.000 0,0.000 0.000 0,0.000 0.000 0,0.000-1.000 0,-1.000 1.000 0,1.000 0.000 0,0.000 0.000 0,0.000-1.000 0,-1.000 1.000 0,1.000 0.000 0,0.000 0.000 0,-1.000-1.000 0,1.000 1.000 0,-1.000 0.000 0,1.000-1.000 0,-1.000 1.000 0,1.000-1.000 0,-1.000 1.000 0,0.000-1.000 0,1.000 1.000 0,-1.000-1.000 0,0.000 1.000 0,1.000-1.000 0,-1.000 1.000 0,0.000-1.000 0,0.000 0.000 0,1.000 1.000 0,-1.000-1.000 0,0.000 0.000 0,0.000 0.000 0,-1.000 0.000 0,-28.000 12.000 0,-1.000-1.000 0,-57.000 10.000 0,-11.000 4.000 0,-158.000 43.000 0,222.000-63.000 0,-1.000-2.000 0,-45.000-1.000 0,72.000-2.000 0,455.000-1.000 0,-236.000 1.000 0,-190.000-1.000 0,1.000-1.000 0,35.000-8.000 0,26.000-3.000 0,39.000 12.000 0,-552.000 0.000 0,243.000 2.000 0,808.000-1.000 0,-707.000-15.000 0,30.000 9.000 0,-212.000-29.000 0,190.000 20.000 0,-103.000-23.000 0,146.000 31.000 0,-66.000-5.000 0,79.000 11.000 0,0.000 0.000 0,0.000-2.000 0,0.000-1.000 0,0.000-1.000 0,1.000-1.000 0,0.000 0.000 0,-27.000-13.000 0,0.000-3.000 0,38.000 18.000 0,0.000 0.000 0,1.000-1.000 0,-1.000 0.000 0,1.000 0.000 0,0.000-1.000 0,1.000-1.000 0,0.000 0.000 0,0.000 0.000 0,-12.000-12.000 0,21.000 18.000 0,-1.000 1.000 0,0.000-1.000 0,1.000 0.000 0,-1.000 0.000 0,1.000 0.000 0,-1.000 0.000 0,1.000 1.000 0,-1.000-1.000 0,1.000 0.000 0,0.000 0.000 0,0.000 0.000 0,-1.000 0.000 0,1.000 0.000 0,0.000 0.000 0,0.000 0.000 0,0.000 0.000 0,0.000 0.000 0,0.000 0.000 0,0.000 0.000 0,0.000 0.000 0,0.000 0.000 0,0.000 0.000 0,1.000 0.000 0,-1.000 0.000 0,0.000 0.000 0,1.000 0.000 0,-1.000 0.000 0,0.000 0.000 0,1.000 1.000 0,-1.000-1.000 0,1.000 0.000 0,0.000 0.000 0,-1.000 0.000 0,1.000 1.000 0,0.000-1.000 0,-1.000 0.000 0,1.000 1.000 0,0.000-1.000 0,0.000 0.000 0,-1.000 1.000 0,1.000-1.000 0,0.000 1.000 0,0.000-1.000 0,0.000 1.000 0,1.000-1.000 0,7.000-3.000 0,-1.000 1.000 0,0.000 0.000 0,17.000-5.000 0,-22.000 8.000 0,38.000-9.000 0,60.000-4.000 0,17.000-3.000 0,-12.000-5.000 0,1.000 5.000 0,213.000-3.000 0,234.000 20.000 0,-307.000-1.000 0,-241.000-1.000 0,1.000 1.000 0,-1.000 0.000 0,1.000 1.000 0,-1.000 0.000 0,0.000 0.000 0,0.000 0.000 0,1.000 0.000 0,8.000 5.000 0,-14.000-6.000 0,-1.000 0.000 0,0.000 0.000 0,0.000 0.000 0,0.000 0.000 0,0.000 0.000 0,1.000 0.000 0,-1.000 0.000 0,0.000 0.000 0,0.000 0.000 0,0.000 0.000 0,0.000 0.000 0,0.000 0.000 0,1.000 0.000 0,-1.000 0.000 0,0.000 1.000 0,0.000-1.000 0,0.000 0.000 0,0.000 0.000 0,0.000 0.000 0,1.000 0.000 0,-1.000 0.000 0,0.000 0.000 0,0.000 1.000 0,0.000-1.000 0,0.000 0.000 0,0.000 0.000 0,0.000 0.000 0,0.000 0.000 0,0.000 0.000 0,0.000 1.000 0,0.000-1.000 0,0.000 0.000 0,0.000 0.000 0,1.000 0.000 0,-1.000 0.000 0,0.000 1.000 0,0.000-1.000 0,0.000 0.000 0,0.000 0.000 0,-1.000 0.000 0,1.000 1.000 0,0.000-1.000 0,0.000 0.000 0,0.000 0.000 0,0.000 0.000 0,0.000 0.000 0,0.000 1.000 0,0.000-1.000 0,0.000 0.000 0,-12.000 5.000 0,-15.000-1.000 0,12.000-3.000 0,0.000 0.000 0,0.000-1.000 0,0.000-1.000 0,0.000 0.000 0,1.000-1.000 0,-1.000-1.000 0,0.000 0.000 0,1.000-1.000 0,-1.000-1.000 0,-17.000-8.000 0,-82.000-25.000 0,-12.000-10.000 0,3.000 2.000 0,116.000 43.000 0,-15.000-9.000 0,22.000 12.000 0,0.000 0.000 0,0.000 0.000 0,0.000 0.000 0,0.000 0.000 0,0.000 0.000 0,-1.000 0.000 0,1.000-1.000 0,0.000 1.000 0,0.000 0.000 0,0.000 0.000 0,0.000 0.000 0,0.000 0.000 0,0.000 0.000 0,0.000 0.000 0,0.000 0.000 0,0.000 0.000 0,0.000-1.000 0,0.000 1.000 0,0.000 0.000 0,0.000 0.000 0,0.000 0.000 0,0.000 0.000 0,0.000 0.000 0,0.000 0.000 0,0.000 0.000 0,0.000 0.000 0,0.000-1.000 0,0.000 1.000 0,0.000 0.000 0,0.000 0.000 0,1.000 0.000 0,-1.000 0.000 0,0.000 0.000 0,0.000 0.000 0,0.000 0.000 0,0.000 0.000 0,0.000 0.000 0,0.000-1.000 0,0.000 1.000 0,0.000 0.000 0,0.000 0.000 0,0.000 0.000 0,0.000 0.000 0,1.000 0.000 0,-1.000 0.000 0,0.000 0.000 0,0.000 0.000 0,0.000 0.000 0,0.000 0.000 0,0.000 0.000 0,0.000 0.000 0,0.000 0.000 0,0.000 0.000 0,1.000 0.000 0,17.000-2.000 0,143.000-10.000 0,-7.000 1.000 0,247.000 10.000 0,-1310.000 1.000 0,1578.000 0.000 0,-627.000 2.000 0,55.000 10.000 0,-57.000-6.000 0,57.000 1.000 0,-78.000-7.000 0,-30.000 0.000 0,-31.000-1.000 0,28.000 1.000 0,0.000-2.000 0,0.000 0.000 0,1.000 0.000 0,-1.000-1.000 0,1.000-1.000 0,0.000 0.000 0,-25.000-12.000 0,-2.000-5.000 0,-41.000-28.000 0,1.000-8.000-1365,61.000 46.000-5461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6T14:37: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2561.000 519.000 24575,'84.000'-2.000'0,"92.000"5.000"0,-174.000-3.000 0,-1.000 0.000 0,1.000 0.000 0,-1.000 0.000 0,1.000 0.000 0,-1.000 0.000 0,1.000 1.000 0,-1.000-1.000 0,1.000 1.000 0,-1.000-1.000 0,1.000 1.000 0,-1.000-1.000 0,0.000 1.000 0,1.000 0.000 0,-1.000 0.000 0,0.000 0.000 0,1.000 0.000 0,-1.000 0.000 0,1.000 1.000 0,-2.000-2.000 0,0.000 0.000 0,0.000 1.000 0,0.000-1.000 0,0.000 0.000 0,0.000 0.000 0,0.000 1.000 0,0.000-1.000 0,0.000 0.000 0,0.000 1.000 0,0.000-1.000 0,0.000 0.000 0,0.000 0.000 0,0.000 1.000 0,0.000-1.000 0,0.000 0.000 0,0.000 0.000 0,-1.000 0.000 0,1.000 1.000 0,0.000-1.000 0,0.000 0.000 0,0.000 0.000 0,0.000 1.000 0,-1.000-1.000 0,1.000 0.000 0,0.000 0.000 0,0.000 0.000 0,0.000 0.000 0,-1.000 0.000 0,1.000 1.000 0,0.000-1.000 0,0.000 0.000 0,-1.000 0.000 0,-19.000 5.000 0,-73.000 1.000 0,-108.000-7.000 0,94.000-1.000 0,209.000 0.000 0,115.000 5.000 0,-198.000 2.000 0,-19.000-4.000 0,0.000-1.000 0,0.000 0.000 0,0.000 1.000 0,0.000-1.000 0,0.000 0.000 0,0.000 1.000 0,0.000-1.000 0,0.000 0.000 0,0.000 1.000 0,0.000-1.000 0,-1.000 0.000 0,1.000 0.000 0,0.000 1.000 0,0.000-1.000 0,0.000 0.000 0,0.000 1.000 0,-1.000-1.000 0,1.000 0.000 0,0.000 0.000 0,0.000 0.000 0,-1.000 1.000 0,1.000-1.000 0,0.000 0.000 0,0.000 0.000 0,-1.000 0.000 0,1.000 1.000 0,0.000-1.000 0,-1.000 0.000 0,1.000 0.000 0,0.000 0.000 0,-1.000 0.000 0,-36.000 14.000 0,-7.000-6.000 0,-1.000-1.000 0,-65.000 1.000 0,-73.000-7.000 0,146.000-2.000 0,741.000 1.000 0,-770.000-1.000 0,32.000-1.000 0,0.000 2.000 0,0.000 1.000 0,-35.000 6.000 0,59.000-4.000 0,1.000 0.000 0,-1.000 0.000 0,1.000 1.000 0,0.000 0.000 0,0.000 1.000 0,-12.000 8.000 0,13.000-8.000 0,0.000 1.000 0,-1.000-2.000 0,0.000 1.000 0,0.000-1.000 0,0.000-1.000 0,-18.000 5.000 0,-38.000-3.000 0,278.000-8.000 0,-273.000 5.000 0,-76.000-2.000 0,118.000-1.000 0,0.000-1.000 0,0.000 0.000 0,0.000-2.000 0,0.000 0.000 0,-25.000-9.000 0,-69.000-40.000 0,95.000 44.000 0,-1.000 1.000 0,-31.000-8.000 0,35.000 12.000 0,-1.000-1.000 0,2.000 0.000 0,-1.000-1.000 0,0.000 0.000 0,-19.000-14.000 0,32.000 20.000 0,1.000 0.000 0,-1.000-1.000 0,0.000 1.000 0,1.000-1.000 0,-1.000 1.000 0,1.000-1.000 0,-1.000 1.000 0,1.000-1.000 0,-1.000 1.000 0,1.000-1.000 0,-1.000 0.000 0,1.000 1.000 0,-1.000-1.000 0,1.000 0.000 0,0.000 1.000 0,-1.000-1.000 0,1.000 0.000 0,0.000 1.000 0,0.000-1.000 0,-1.000 0.000 0,1.000 0.000 0,0.000 1.000 0,0.000-1.000 0,0.000 0.000 0,0.000 0.000 0,0.000 0.000 0,0.000-1.000 0,1.000 1.000 0,0.000 0.000 0,-1.000 0.000 0,1.000-1.000 0,0.000 1.000 0,0.000 0.000 0,0.000 0.000 0,0.000 0.000 0,0.000 0.000 0,0.000 0.000 0,0.000 0.000 0,0.000 0.000 0,0.000 0.000 0,3.000-1.000 0,6.000-3.000 0,-1.000 0.000 0,1.000 1.000 0,12.000-3.000 0,-18.000 6.000 0,28.000-8.000 0,64.000-8.000 0,-28.000 6.000 0,65.000-14.000 0,-108.000 21.000 0,-1.000 1.000 0,1.000 1.000 0,34.000 1.000 0,-439.000 2.000 0,369.000 0.000 0,1.000-1.000 0,0.000 1.000 0,-1.000 1.000 0,1.000 0.000 0,0.000 0.000 0,0.000 1.000 0,-16.000 6.000 0,31.000-7.000 0,1.000 0.000 0,-1.000-1.000 0,1.000 0.000 0,-1.000-1.000 0,10.000 1.000 0,563.000-2.000 0,-577.000 1.000 0,38.000 3.000 0,-37.000-3.000 0,-1.000 1.000 0,0.000-1.000 0,0.000 0.000 0,0.000 0.000 0,1.000 1.000 0,-1.000-1.000 0,0.000 0.000 0,0.000 1.000 0,0.000-1.000 0,0.000 1.000 0,0.000 0.000 0,0.000-1.000 0,0.000 1.000 0,0.000 0.000 0,0.000-1.000 0,0.000 1.000 0,0.000 0.000 0,0.000 0.000 0,-1.000 0.000 0,1.000 0.000 0,0.000 0.000 0,-1.000 0.000 0,1.000 0.000 0,0.000 0.000 0,-1.000 0.000 0,0.000 0.000 0,1.000 0.000 0,0.000 3.000 0,-1.000-3.000 0,-1.000 0.000 0,1.000 0.000 0,0.000 0.000 0,-1.000 0.000 0,1.000 0.000 0,-1.000 0.000 0,1.000 0.000 0,-1.000 0.000 0,1.000 0.000 0,-1.000-1.000 0,0.000 1.000 0,1.000 0.000 0,-1.000 0.000 0,0.000 0.000 0,0.000-1.000 0,0.000 1.000 0,1.000 0.000 0,-1.000-1.000 0,0.000 1.000 0,0.000-1.000 0,0.000 1.000 0,0.000-1.000 0,0.000 0.000 0,0.000 1.000 0,0.000-1.000 0,0.000 0.000 0,0.000 0.000 0,-2.000 1.000 0,-33.000 4.000 0,34.000-4.000 0,-213.000 1.000 0,111.000-5.000 0,103.000 3.000 0,0.000 0.000 0,0.000 0.000 0,0.000 0.000 0,0.000 0.000 0,0.000 0.000 0,0.000 0.000 0,0.000 0.000 0,0.000 0.000 0,0.000 0.000 0,0.000 0.000 0,0.000 1.000 0,0.000-1.000 0,1.000 0.000 0,-1.000 0.000 0,0.000 1.000 0,0.000-1.000 0,0.000 1.000 0,0.000-1.000 0,1.000 1.000 0,-1.000-1.000 0,-1.000 2.000 0,2.000-2.000 0,0.000 1.000 0,1.000 0.000 0,-1.000-1.000 0,0.000 1.000 0,0.000-1.000 0,0.000 1.000 0,1.000 0.000 0,-1.000-1.000 0,0.000 1.000 0,1.000-1.000 0,-1.000 1.000 0,0.000-1.000 0,1.000 1.000 0,-1.000-1.000 0,1.000 1.000 0,-1.000-1.000 0,1.000 1.000 0,-1.000-1.000 0,1.000 0.000 0,-1.000 1.000 0,1.000-1.000 0,0.000 1.000 0,39.000 20.000 0,-24.000-16.000 0,1.000-1.000 0,0.000-1.000 0,0.000-1.000 0,0.000-1.000 0,33.000 0.000 0,-29.000-2.000 0,0.000 2.000 0,1.000 1.000 0,23.000 4.000 0,-12.000 0.000 0,-1.000-1.000 0,60.000 1.000 0,-123.000-1.000 0,-32.000 4.000 0,-67.000 2.000 0,-312.000-11.000 0,399.000-2.000 0,-55.000-10.000 0,-7.000-1.000 0,497.000 16.000 0,-198.000-5.000 0,-26.000 2.000 0,-1607.000 0.000 0,2117.000 0.000 0,-671.000 0.000 0,-1.000 0.000 0,0.000 1.000 0,1.000 0.000 0,-1.000 0.000 0,0.000 0.000 0,0.000 1.000 0,0.000 0.000 0,0.000 0.000 0,0.000 0.000 0,0.000 1.000 0,5.000 3.000 0,-10.000-5.000 0,0.000 0.000 0,1.000 0.000 0,-1.000 0.000 0,0.000 0.000 0,0.000 0.000 0,1.000 1.000 0,-1.000-1.000 0,0.000 0.000 0,0.000 1.000 0,-1.000-1.000 0,1.000 1.000 0,0.000-1.000 0,0.000 1.000 0,-1.000-1.000 0,1.000 1.000 0,-1.000 0.000 0,1.000-1.000 0,-1.000 3.000 0,0.000-2.000 0,0.000 1.000 0,0.000-1.000 0,-1.000 1.000 0,1.000-1.000 0,-1.000 1.000 0,0.000-1.000 0,1.000 1.000 0,-1.000-1.000 0,0.000 0.000 0,-1.000 1.000 0,1.000-1.000 0,0.000 0.000 0,-1.000 0.000 0,1.000 0.000 0,-4.000 4.000 0,2.000-3.000 0,-1.000 0.000 0,0.000 0.000 0,1.000 0.000 0,-1.000 0.000 0,0.000-1.000 0,-1.000 1.000 0,1.000-1.000 0,0.000 0.000 0,-1.000 0.000 0,1.000-1.000 0,-1.000 1.000 0,-5.000 0.000 0,-65.000 9.000 0,37.000-7.000 0,-3.000 3.000 0,-16.000 1.000 0,-98.000 28.000 0,129.000-29.000 0,-1.000-2.000 0,0.000 0.000 0,0.000-2.000 0,-27.000 0.000 0,-107.000-4.000 0,94.000-1.000 0,595.000 2.000 0,-506.000-2.000 0,0.000 0.000 0,39.000-10.000 0,-11.000 2.000 0,-42.000 8.000 0,0.000-1.000 0,0.000 0.000 0,-1.000 0.000 0,1.000-1.000 0,-1.000 1.000 0,0.000-2.000 0,0.000 1.000 0,-1.000-1.000 0,1.000 0.000 0,-1.000 0.000 0,0.000-1.000 0,0.000 0.000 0,-1.000 0.000 0,0.000 0.000 0,8.000-13.000 0,-12.000 18.000 0,-1.000 0.000 0,1.000-1.000 0,-1.000 1.000 0,1.000-1.000 0,-1.000 1.000 0,1.000-1.000 0,-1.000 1.000 0,0.000-1.000 0,0.000 1.000 0,0.000-1.000 0,0.000 1.000 0,0.000-1.000 0,0.000 1.000 0,0.000-1.000 0,-1.000 1.000 0,1.000-1.000 0,0.000 1.000 0,-1.000-1.000 0,1.000 1.000 0,-1.000 0.000 0,0.000-1.000 0,1.000 1.000 0,-1.000-1.000 0,0.000 1.000 0,0.000 0.000 0,0.000 0.000 0,0.000 0.000 0,0.000 0.000 0,0.000-1.000 0,0.000 1.000 0,0.000 0.000 0,0.000 1.000 0,-1.000-1.000 0,1.000 0.000 0,0.000 0.000 0,-1.000 0.000 0,1.000 1.000 0,-1.000-1.000 0,0.000 0.000 0,-8.000-3.000 0,0.000 0.000 0,-1.000 1.000 0,1.000 0.000 0,-13.000-2.000 0,21.000 5.000 0,-93.000-14.000 0,0.000 5.000 0,-160.000 5.000 0,248.000 4.000 0,5.000 0.000 0,-1.000 1.000 0,0.000-1.000 0,0.000 0.000 0,0.000 0.000 0,0.000 0.000 0,0.000 0.000 0,0.000-1.000 0,0.000 1.000 0,0.000-1.000 0,1.000 0.000 0,-1.000 1.000 0,0.000-1.000 0,0.000-1.000 0,1.000 1.000 0,-1.000 0.000 0,-4.000-3.000 0,7.000 3.000 0,0.000 0.000 0,0.000 1.000 0,0.000-1.000 0,0.000 0.000 0,0.000 0.000 0,0.000 1.000 0,0.000-1.000 0,0.000 0.000 0,0.000 1.000 0,1.000-1.000 0,-1.000 0.000 0,0.000 1.000 0,0.000-1.000 0,1.000 0.000 0,-1.000 1.000 0,0.000-1.000 0,1.000 1.000 0,-1.000-1.000 0,0.000 0.000 0,1.000 1.000 0,-1.000-1.000 0,1.000 1.000 0,-1.000-1.000 0,1.000 1.000 0,-1.000 0.000 0,1.000-1.000 0,0.000 1.000 0,-1.000-1.000 0,1.000 1.000 0,-1.000 0.000 0,1.000 0.000 0,0.000-1.000 0,-1.000 1.000 0,1.000 0.000 0,0.000 0.000 0,-1.000 0.000 0,2.000-1.000 0,27.000-8.000 0,14.000 1.000 0,0.000 3.000 0,56.000-2.000 0,-11.000 2.000 0,146.000-26.000 0,-131.000 15.000 0,163.000-4.000 0,-9.000 22.000 0,-242.000 2.000 0,-20.000 4.000 0,-26.000 9.000 0,28.000-15.000 0,-44.000 20.000 0,0.000-3.000 0,-71.000 19.000 0,-107.000 15.000 0,96.000-24.000 0,-3.000 2.000 0,-469.000 101.000 0,544.000-126.000 0,-1.000-2.000 0,-72.000-5.000 0,78.000-1.000 0,452.000-13.000 0,-45.000-11.000 0,-248.000 21.000 0,-78.000 5.000 0,0.000-1.000 0,0.000-1.000 0,0.000-1.000 0,0.000-2.000 0,31.000-9.000 0,-68.000 10.000 0,0.000 0.000 0,-1.000 0.000 0,1.000 1.000 0,-1.000 0.000 0,-11.000-2.000 0,-24.000 0.000 0,31.000 4.000 0,1.000-1.000 0,-24.000-5.000 0,28.000 3.000 0,8.000 0.000 0,18.000-2.000 0,29.000 0.000 0,171.000 6.000 0,-287.000 4.000 0,1.000 3.000 0,0.000 3.000 0,-74.000 21.000 0,-120.000 17.000 0,19.000-3.000 0,240.000-45.000 0,-136.000 27.000 0,109.000-22.000 0,24.000-5.000 0,-1.000 1.000 0,1.000 0.000 0,0.000 0.000 0,-1.000 1.000 0,1.000-1.000 0,0.000 1.000 0,0.000 0.000 0,0.000 1.000 0,-10.000 5.000 0,16.000-7.000 0,0.000-1.000 0,0.000 0.000 0,0.000 1.000 0,0.000-1.000 0,0.000 0.000 0,0.000 1.000 0,0.000-1.000 0,1.000 0.000 0,-1.000 1.000 0,0.000-1.000 0,0.000 0.000 0,0.000 0.000 0,0.000 1.000 0,0.000-1.000 0,1.000 0.000 0,-1.000 0.000 0,0.000 1.000 0,0.000-1.000 0,1.000 0.000 0,-1.000 0.000 0,0.000 1.000 0,0.000-1.000 0,1.000 0.000 0,-1.000 0.000 0,0.000 0.000 0,0.000 0.000 0,1.000 1.000 0,-1.000-1.000 0,0.000 0.000 0,1.000 0.000 0,-1.000 0.000 0,0.000 0.000 0,1.000 0.000 0,-1.000 0.000 0,0.000 0.000 0,1.000 0.000 0,-1.000 0.000 0,0.000 0.000 0,1.000 0.000 0,-1.000 0.000 0,0.000 0.000 0,1.000 0.000 0,-1.000-1.000 0,19.000 4.000 0,332.000-1.000 0,-173.000-4.000 0,-164.000 2.000 0,-7.000-1.000 0,1.000 1.000 0,-1.000 0.000 0,0.000 1.000 0,0.000 0.000 0,13.000 3.000 0,-20.000-4.000 0,0.000 0.000 0,1.000 0.000 0,-1.000 0.000 0,0.000 0.000 0,1.000 0.000 0,-1.000 0.000 0,0.000 0.000 0,1.000 0.000 0,-1.000 0.000 0,0.000 1.000 0,1.000-1.000 0,-1.000 0.000 0,0.000 0.000 0,1.000 0.000 0,-1.000 1.000 0,0.000-1.000 0,0.000 0.000 0,1.000 0.000 0,-1.000 1.000 0,0.000-1.000 0,0.000 0.000 0,0.000 1.000 0,1.000-1.000 0,-1.000 0.000 0,0.000 1.000 0,0.000-1.000 0,0.000 0.000 0,0.000 1.000 0,0.000-1.000 0,0.000 0.000 0,1.000 1.000 0,-1.000-1.000 0,0.000 0.000 0,0.000 1.000 0,0.000-1.000 0,0.000 1.000 0,0.000-1.000 0,-1.000 1.000 0,-10.000 11.000 0,-21.000 4.000 0,7.000-7.000 0,-1.000-1.000 0,-1.000-2.000 0,1.000-1.000 0,-29.000 3.000 0,-18.000 2.000 0,1.000 3.000 0,-215.000 50.000 0,34.000 31.000 0,186.000-66.000 0,59.000-25.000 0,-1.000 1.000 0,1.000-1.000 0,0.000 0.000 0,-1.000-1.000 0,0.000 0.000 0,1.000 0.000 0,-1.000-1.000 0,0.000 0.000 0,0.000-1.000 0,-12.000 0.000 0,20.000 0.000 0,1.000 0.000 0,-1.000 0.000 0,1.000 0.000 0,-1.000 0.000 0,1.000 0.000 0,-1.000 0.000 0,1.000 0.000 0,0.000 0.000 0,-1.000 0.000 0,1.000 0.000 0,-1.000-1.000 0,1.000 1.000 0,-1.000 0.000 0,1.000 0.000 0,-1.000 0.000 0,1.000-1.000 0,0.000 1.000 0,-1.000 0.000 0,1.000 0.000 0,0.000-1.000 0,-1.000 1.000 0,1.000 0.000 0,0.000-1.000 0,-1.000 1.000 0,1.000 0.000 0,0.000-1.000 0,-1.000 1.000 0,1.000 0.000 0,0.000-1.000 0,0.000 1.000 0,0.000-1.000 0,-1.000 1.000 0,1.000-1.000 0,0.000 1.000 0,0.000-1.000 0,0.000 1.000 0,0.000 0.000 0,0.000-1.000 0,0.000 1.000 0,0.000-1.000 0,0.000 1.000 0,0.000-1.000 0,0.000 1.000 0,0.000-1.000 0,0.000 1.000 0,0.000-1.000 0,0.000 1.000 0,1.000 0.000 0,-1.000-1.000 0,0.000 1.000 0,0.000-1.000 0,0.000 1.000 0,1.000-1.000 0,-1.000 1.000 0,0.000 0.000 0,0.000-1.000 0,1.000 1.000 0,-1.000 0.000 0,0.000-1.000 0,1.000 1.000 0,-1.000 0.000 0,1.000 0.000 0,-1.000-1.000 0,1.000 1.000 0,27.000-20.000 0,-28.000 19.000 0,27.000-12.000 0,0.000 1.000 0,0.000 0.000 0,1.000 2.000 0,33.000-7.000 0,35.000-12.000 0,31.000-22.000 0,-51.000 20.000 0,96.000-27.000 0,-124.000 46.000 0,0.000 3.000 0,66.000-6.000 0,-166.000 17.000 0,25.000-1.000 0,0.000 0.000 0,0.000 2.000 0,0.000 1.000 0,-42.000 12.000 0,42.000-9.000 0,0.000-1.000 0,0.000-1.000 0,-1.000-1.000 0,-30.000 0.000 0,18.000-1.000 0,26.000-1.000 0,1.000 0.000 0,0.000 1.000 0,0.000 1.000 0,-23.000 9.000 0,24.000-7.000 0,-1.000-2.000 0,1.000 0.000 0,-1.000 0.000 0,0.000-1.000 0,-17.000 1.000 0,-40.000-3.000 0,54.000-1.000 0,50.000-1.000 0,710.000 1.000 0,-820.000-16.000 0,-52.000 3.000 0,-98.000-16.000 0,-205.000-48.000 0,250.000 47.000 0,89.000 17.000 0,46.000 7.000 0,0.000-1.000 0,-47.000-15.000 0,-121.000-35.000 0,189.000 50.000 0,-34.000-3.000 0,59.000 10.000 0,0.000 0.000 0,0.000 0.000 0,1.000 0.000 0,-1.000 0.000 0,0.000 0.000 0,0.000 0.000 0,1.000-1.000 0,-1.000 1.000 0,0.000 0.000 0,0.000 0.000 0,0.000 0.000 0,1.000 0.000 0,-1.000 0.000 0,0.000-1.000 0,0.000 1.000 0,0.000 0.000 0,0.000 0.000 0,0.000 0.000 0,1.000-1.000 0,-1.000 1.000 0,0.000 0.000 0,0.000 0.000 0,0.000 0.000 0,0.000-1.000 0,0.000 1.000 0,0.000 0.000 0,0.000 0.000 0,0.000-1.000 0,0.000 1.000 0,0.000 0.000 0,0.000 0.000 0,0.000-1.000 0,0.000 1.000 0,0.000 0.000 0,0.000 0.000 0,0.000-1.000 0,0.000 1.000 0,0.000 0.000 0,0.000 0.000 0,0.000 0.000 0,0.000-1.000 0,0.000 1.000 0,-1.000 0.000 0,1.000 0.000 0,0.000 0.000 0,0.000-1.000 0,0.000 1.000 0,0.000 0.000 0,0.000 0.000 0,-1.000 0.000 0,1.000-1.000 0,0.000 1.000 0,0.000 0.000 0,0.000 0.000 0,-1.000 0.000 0,1.000 0.000 0,0.000 0.000 0,0.000 0.000 0,0.000 0.000 0,-1.000-1.000 0,1.000 1.000 0,0.000 0.000 0,0.000 0.000 0,-1.000 0.000 0,1.000 0.000 0,0.000 0.000 0,0.000 0.000 0,-1.000 0.000 0,20.000-9.000 0,-19.000 9.000 0,27.000-9.000 0,1.000 2.000 0,1.000 0.000 0,-1.000 2.000 0,1.000 1.000 0,33.000 0.000 0,74.000-12.000 0,-37.000-5.000 0,263.000-43.000 0,-281.000 54.000 0,-30.000 3.000 0,56.000 0.000 0,-64.000 9.000 0,-31.000 0.000 0,0.000-2.000 0,0.000 1.000 0,0.000-1.000 0,0.000-1.000 0,0.000 0.000 0,0.000-1.000 0,13.000-3.000 0,-24.000 5.000 0,0.000 0.000 0,0.000-1.000 0,0.000 1.000 0,0.000 0.000 0,0.000 0.000 0,-1.000-1.000 0,1.000 1.000 0,0.000-1.000 0,0.000 1.000 0,0.000-1.000 0,-1.000 1.000 0,1.000-1.000 0,0.000 1.000 0,0.000-1.000 0,-1.000 0.000 0,1.000 1.000 0,-1.000-1.000 0,1.000 0.000 0,0.000 1.000 0,-1.000-1.000 0,1.000 0.000 0,-1.000 0.000 0,0.000 0.000 0,1.000 1.000 0,-1.000-1.000 0,0.000 0.000 0,1.000 0.000 0,-1.000 0.000 0,0.000 0.000 0,0.000-1.000 0,0.000 0.000 0,-1.000 1.000 0,0.000-1.000 0,0.000 0.000 0,0.000 1.000 0,0.000-1.000 0,0.000 1.000 0,0.000-1.000 0,0.000 1.000 0,0.000 0.000 0,0.000 0.000 0,-1.000-1.000 0,1.000 1.000 0,-1.000 0.000 0,-1.000-1.000 0,-11.000-7.000 0,0.000 2.000 0,-23.000-11.000 0,34.000 17.000 0,-249.000-100.000 0,-255.000-121.000 0,469.000 204.000 0,29.000 15.000 0,0.000-1.000 0,0.000 0.000 0,0.000-1.000 0,0.000 0.000 0,1.000 0.000 0,0.000-1.000 0,0.000 0.000 0,-14.000-13.000 0,22.000 19.000 0,0.000 0.000 0,0.000 0.000 0,0.000-1.000 0,0.000 1.000 0,0.000 0.000 0,0.000 0.000 0,0.000 0.000 0,-1.000 0.000 0,1.000-1.000 0,0.000 1.000 0,0.000 0.000 0,0.000 0.000 0,0.000 0.000 0,0.000-1.000 0,0.000 1.000 0,0.000 0.000 0,0.000 0.000 0,0.000 0.000 0,0.000-1.000 0,0.000 1.000 0,0.000 0.000 0,0.000 0.000 0,0.000 0.000 0,0.000-1.000 0,0.000 1.000 0,0.000 0.000 0,0.000 0.000 0,1.000 0.000 0,-1.000-1.000 0,0.000 1.000 0,0.000 0.000 0,0.000 0.000 0,0.000 0.000 0,0.000 0.000 0,0.000 0.000 0,0.000-1.000 0,1.000 1.000 0,-1.000 0.000 0,0.000 0.000 0,0.000 0.000 0,0.000 0.000 0,12.000-4.000 0,14.000 2.000 0,24.000 7.000 0,0.000 2.000 0,-1.000 2.000 0,79.000 24.000 0,-26.000-5.000 0,167.000 51.000 0,-95.000-24.000 0,-141.000-44.000 0,-1.000 1.000 0,0.000 3.000 0,0.000 0.000 0,52.000 36.000 0,-61.000-38.000 0,1.000-2.000 0,39.000 15.000 0,23.000 11.000 0,-72.000-31.000 0,1.000 0.000 0,-1.000-1.000 0,22.000 5.000 0,31.000 11.000 0,-66.000-20.000 0,0.000-1.000 0,0.000 1.000 0,1.000-1.000 0,-1.000 1.000 0,0.000-1.000 0,0.000 1.000 0,0.000 0.000 0,0.000-1.000 0,0.000 1.000 0,0.000 0.000 0,0.000 0.000 0,0.000 0.000 0,0.000 0.000 0,0.000 0.000 0,-1.000 0.000 0,1.000 0.000 0,0.000 0.000 0,-1.000 0.000 0,1.000 0.000 0,0.000 2.000 0,-1.000-2.000 0,0.000 0.000 0,0.000 0.000 0,0.000 0.000 0,0.000 0.000 0,-1.000 0.000 0,1.000 0.000 0,0.000 0.000 0,-1.000-1.000 0,1.000 1.000 0,0.000 0.000 0,-1.000 0.000 0,1.000 0.000 0,-1.000-1.000 0,0.000 1.000 0,1.000 0.000 0,-1.000 0.000 0,1.000-1.000 0,-1.000 1.000 0,0.000-1.000 0,0.000 1.000 0,0.000 0.000 0,-6.000 3.000 0,1.000 0.000 0,-1.000 0.000 0,0.000-1.000 0,0.000 0.000 0,-11.000 3.000 0,-48.000 15.000 0,67.000-21.000 0,-1.000 0.000 0,0.000 0.000 0,0.000 0.000 0,0.000 0.000 0,0.000 0.000 0,0.000 0.000 0,0.000 0.000 0,0.000 0.000 0,0.000 0.000 0,1.000 1.000 0,-1.000-1.000 0,0.000 0.000 0,0.000 0.000 0,0.000 0.000 0,0.000 0.000 0,0.000 0.000 0,0.000 0.000 0,0.000 0.000 0,0.000 0.000 0,0.000 0.000 0,0.000 0.000 0,0.000 1.000 0,0.000-1.000 0,0.000 0.000 0,0.000 0.000 0,1.000 0.000 0,-1.000 0.000 0,0.000 0.000 0,0.000 0.000 0,0.000 0.000 0,0.000 0.000 0,0.000 1.000 0,0.000-1.000 0,0.000 0.000 0,0.000 0.000 0,0.000 0.000 0,0.000 0.000 0,0.000 0.000 0,-1.000 0.000 0,1.000 0.000 0,0.000 0.000 0,0.000 1.000 0,0.000-1.000 0,0.000 0.000 0,0.000 0.000 0,0.000 0.000 0,0.000 0.000 0,0.000 0.000 0,0.000 0.000 0,0.000 0.000 0,0.000 0.000 0,0.000 0.000 0,0.000 0.000 0,0.000 1.000 0,-1.000-1.000 0,1.000 0.000 0,0.000 0.000 0,0.000 0.000 0,0.000 0.000 0,0.000 0.000 0,0.000 0.000 0,17.000 3.000 0,22.000-1.000 0,54.000-3.000 0,92.000 2.000 0,-182.000-1.000 0,-1.000 0.000 0,0.000 0.000 0,1.000 0.000 0,-1.000 1.000 0,1.000-1.000 0,-1.000 1.000 0,0.000-1.000 0,1.000 1.000 0,-1.000 0.000 0,0.000 0.000 0,0.000 0.000 0,0.000 0.000 0,0.000 1.000 0,0.000-1.000 0,0.000 1.000 0,0.000-1.000 0,2.000 3.000 0,-3.000-3.000 0,-1.000-1.000 0,0.000 1.000 0,1.000-1.000 0,-1.000 1.000 0,0.000 0.000 0,0.000-1.000 0,1.000 1.000 0,-1.000 0.000 0,0.000-1.000 0,0.000 1.000 0,0.000 0.000 0,0.000-1.000 0,0.000 1.000 0,0.000 0.000 0,0.000-1.000 0,0.000 1.000 0,0.000 0.000 0,-1.000-1.000 0,1.000 1.000 0,0.000 0.000 0,0.000-1.000 0,0.000 1.000 0,-1.000 0.000 0,0.000 1.000 0,-1.000 0.000 0,1.000 0.000 0,-1.000 0.000 0,1.000-1.000 0,-1.000 1.000 0,0.000-1.000 0,1.000 1.000 0,-1.000-1.000 0,0.000 0.000 0,-3.000 2.000 0,-4.000 2.000 0,-1.000-1.000 0,0.000 0.000 0,0.000 0.000 0,0.000-1.000 0,-1.000-1.000 0,1.000 1.000 0,-1.000-2.000 0,-15.000 1.000 0,-91.000-3.000 0,84.000-1.000 0,175.000 1.000 0,-246.000 6.000 0,-171.000 32.000 0,153.000-8.000 0,93.000-20.000 0,-1.000-1.000 0,1.000-2.000 0,-2.000-1.000 0,-47.000 2.000 0,-14.000-8.000 0,140.000 0.000 0,-1.000-1.000 0,57.000-11.000 0,-100.000 12.000 0,-1.000 0.000 0,1.000 0.000 0,-1.000 0.000 0,1.000 1.000 0,-1.000-1.000 0,1.000 1.000 0,-1.000 0.000 0,1.000 0.000 0,-1.000 0.000 0,0.000 0.000 0,1.000 1.000 0,-1.000-1.000 0,1.000 1.000 0,5.000 2.000 0,-9.000-3.000 0,0.000 1.000 0,0.000-1.000 0,0.000 0.000 0,0.000 0.000 0,0.000 1.000 0,0.000-1.000 0,0.000 0.000 0,0.000 1.000 0,0.000-1.000 0,0.000 0.000 0,0.000 0.000 0,0.000 1.000 0,0.000-1.000 0,-1.000 0.000 0,1.000 0.000 0,0.000 1.000 0,0.000-1.000 0,0.000 0.000 0,0.000 0.000 0,-1.000 0.000 0,1.000 1.000 0,0.000-1.000 0,0.000 0.000 0,0.000 0.000 0,-1.000 0.000 0,1.000 1.000 0,0.000-1.000 0,0.000 0.000 0,-1.000 0.000 0,1.000 0.000 0,0.000 0.000 0,0.000 0.000 0,-1.000 0.000 0,1.000 0.000 0,0.000 0.000 0,0.000 0.000 0,-1.000 0.000 0,1.000 0.000 0,0.000 0.000 0,-1.000 0.000 0,1.000 0.000 0,0.000 0.000 0,0.000 0.000 0,-1.000 0.000 0,-17.000 5.000 0,17.000-5.000 0,-20.000 5.000 0,-227.000 64.000 0,209.000-58.000 0,-62.000 12.000 0,160.000-37.000 0,61.000-23.000 0,-41.000 12.000 0,40.000-11.000 0,222.000-62.000 0,-152.000 39.000 0,11.000-3.000 0,-174.000 59.000 0,0.000 0.000 0,36.000 2.000 0,-38.000 0.000 0,-110.000 14.000 0,-1.000-5.000 0,-108.000-3.000 0,447.000-5.000 0,-238.000 2.000 0,-20.000 3.000 0,-24.000 4.000 0,-352.000 28.000 0,13.000-3.000 0,221.000-21.000 0,-204.000-8.000 0,240.000-6.000 0,1020.000 1.000 0,-888.000 0.000 0,1.000 1.000 0,-1.000 1.000 0,0.000 1.000 0,0.000 0.000 0,0.000 2.000 0,28.000 10.000 0,-47.000-15.000 0,0.000 0.000 0,0.000 0.000 0,0.000 1.000 0,1.000-1.000 0,-1.000 1.000 0,0.000-1.000 0,0.000 1.000 0,0.000-1.000 0,0.000 1.000 0,0.000 0.000 0,0.000 0.000 0,0.000-1.000 0,0.000 1.000 0,0.000 0.000 0,0.000 0.000 0,-1.000 0.000 0,1.000 0.000 0,0.000 0.000 0,0.000 0.000 0,-1.000 0.000 0,1.000 0.000 0,-1.000 0.000 0,1.000 1.000 0,-1.000-1.000 0,0.000 0.000 0,1.000 0.000 0,-1.000 2.000 0,0.000-2.000 0,-1.000 1.000 0,1.000 0.000 0,-1.000-1.000 0,0.000 1.000 0,0.000-1.000 0,0.000 1.000 0,0.000-1.000 0,0.000 1.000 0,0.000-1.000 0,0.000 0.000 0,0.000 0.000 0,-1.000 1.000 0,1.000-1.000 0,0.000 0.000 0,-1.000 0.000 0,-2.000 1.000 0,-8.000 5.000 0,0.000-1.000 0,0.000 0.000 0,-25.000 7.000 0,3.000-5.000 0,0.000-1.000 0,-1.000-3.000 0,0.000 0.000 0,0.000-2.000 0,-56.000-5.000 0,144.000-18.000 0,169.000-28.000 0,-92.000 24.000 0,-59.000 11.000 0,2.000 3.000 0,-1.000 3.000 0,1.000 4.000 0,76.000 5.000 0,-237.000-4.000 0,-65.000-5.000 0,-86.000-20.000 0,87.000 8.000 0,-181.000-1.000 0,325.000 22.000 0,-1.000-1.000 0,1.000 0.000 0,0.000-1.000 0,0.000 0.000 0,0.000 0.000 0,0.000-1.000 0,0.000 0.000 0,-14.000-6.000 0,22.000 8.000 0,0.000 0.000 0,0.000 0.000 0,0.000 0.000 0,-1.000 0.000 0,1.000 0.000 0,0.000 0.000 0,0.000-1.000 0,0.000 1.000 0,0.000 0.000 0,0.000 0.000 0,0.000 0.000 0,0.000 0.000 0,0.000 0.000 0,0.000 0.000 0,0.000 0.000 0,0.000 0.000 0,0.000-1.000 0,0.000 1.000 0,0.000 0.000 0,0.000 0.000 0,0.000 0.000 0,0.000 0.000 0,0.000 0.000 0,0.000 0.000 0,0.000 0.000 0,0.000-1.000 0,0.000 1.000 0,0.000 0.000 0,0.000 0.000 0,0.000 0.000 0,0.000 0.000 0,0.000 0.000 0,0.000 0.000 0,0.000 0.000 0,0.000-1.000 0,0.000 1.000 0,0.000 0.000 0,0.000 0.000 0,0.000 0.000 0,0.000 0.000 0,0.000 0.000 0,0.000 0.000 0,0.000 0.000 0,1.000 0.000 0,-1.000 0.000 0,0.000-1.000 0,0.000 1.000 0,0.000 0.000 0,0.000 0.000 0,0.000 0.000 0,0.000 0.000 0,0.000 0.000 0,1.000 0.000 0,-1.000 0.000 0,0.000 0.000 0,12.000-6.000 0,17.000-3.000 0,83.000-15.000 0,2.000 5.000 0,0.000 6.000 0,164.000 0.000 0,-81.000 15.000 0,-497.000-2.000 0,597.000 0.000-1365,-275.000 0.000-5461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FE0ED-EEA7-429A-AA6D-BF10371DBF5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02-04-2026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SEEDATHON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02-04-2026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SEEDATHON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customXml" Target="../ink/ink3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customXml" Target="../ink/ink6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10.xml"/><Relationship Id="rId8" Type="http://schemas.openxmlformats.org/officeDocument/2006/relationships/image" Target="../media/image13.png"/><Relationship Id="rId7" Type="http://schemas.openxmlformats.org/officeDocument/2006/relationships/customXml" Target="../ink/ink9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jpeg"/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18715" y="1696728"/>
            <a:ext cx="5743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2870435"/>
            <a:ext cx="121919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3000" b="1" dirty="0">
              <a:solidFill>
                <a:schemeClr val="accent5"/>
              </a:solidFill>
              <a:latin typeface="Algerian" panose="04020705040A02060702" pitchFamily="8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38501" y="2870248"/>
            <a:ext cx="883609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ctr">
              <a:lnSpc>
                <a:spcPct val="150000"/>
              </a:lnSpc>
              <a:spcBef>
                <a:spcPts val="1455"/>
              </a:spcBef>
            </a:pPr>
            <a:r>
              <a:rPr lang="en-IN" altLang="en-US" b="1" dirty="0">
                <a:latin typeface="Times New Roman" panose="02020603050405020304"/>
                <a:cs typeface="Times New Roman" panose="02020603050405020304"/>
                <a:sym typeface="+mn-ea"/>
              </a:rPr>
              <a:t>         </a:t>
            </a:r>
            <a:r>
              <a:rPr lang="en-IN" altLang="en-US" sz="2400" b="1" dirty="0">
                <a:latin typeface="Times New Roman" panose="02020603050405020304"/>
                <a:cs typeface="Times New Roman" panose="02020603050405020304"/>
                <a:sym typeface="+mn-ea"/>
              </a:rPr>
              <a:t>ENHANCING KABADDI WITH SMART SENSOR TECHNOLOGY</a:t>
            </a:r>
            <a:endParaRPr lang="en-US" sz="1800" b="1" dirty="0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*</a:t>
            </a:r>
            <a:endParaRPr lang="en-IN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2" name="Content Placeholder 2"/>
          <p:cNvSpPr txBox="1"/>
          <p:nvPr/>
        </p:nvSpPr>
        <p:spPr>
          <a:xfrm>
            <a:off x="598805" y="1793875"/>
            <a:ext cx="6400800" cy="46431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human errors in boundary and lobby line decisions occur due to the fast pace and close physical interactions in Kabaddi matches.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refereeing makes it difficult to accurately detect line touches, out-of-bounds movements, and simultaneous player actions during raids.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decisions can lead to match disputes, unfair scoring, and loss of transparency in competitions.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 low-cost, sensor-based smart monitoring system that can automatically detect boundary violations and assist referees with accurate real-time decisions.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855720" y="382270"/>
            <a:ext cx="4911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1" name="Ink 10"/>
              <p14:cNvContentPartPr/>
              <p14:nvPr/>
            </p14:nvContentPartPr>
            <p14:xfrm>
              <a:off x="11490568" y="6176630"/>
              <a:ext cx="516960" cy="26064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4"/>
            </p:blipFill>
            <p:spPr>
              <a:xfrm>
                <a:off x="11490568" y="6176630"/>
                <a:ext cx="516960" cy="260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2" name="Ink 11"/>
              <p14:cNvContentPartPr/>
              <p14:nvPr/>
            </p14:nvContentPartPr>
            <p14:xfrm>
              <a:off x="11559688" y="6127670"/>
              <a:ext cx="473760" cy="227160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6"/>
            </p:blipFill>
            <p:spPr>
              <a:xfrm>
                <a:off x="11559688" y="6127670"/>
                <a:ext cx="473760" cy="2271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4" name="Ink 13"/>
              <p14:cNvContentPartPr/>
              <p14:nvPr/>
            </p14:nvContentPartPr>
            <p14:xfrm>
              <a:off x="11645368" y="6012110"/>
              <a:ext cx="346680" cy="69516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8"/>
            </p:blipFill>
            <p:spPr>
              <a:xfrm>
                <a:off x="11645368" y="6012110"/>
                <a:ext cx="346680" cy="695160"/>
              </a:xfrm>
              <a:prstGeom prst="rect"/>
            </p:spPr>
          </p:pic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725" y="1088025"/>
            <a:ext cx="4964723" cy="522681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6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4" name="Ink 13"/>
              <p14:cNvContentPartPr/>
              <p14:nvPr/>
            </p14:nvContentPartPr>
            <p14:xfrm rot="-3158385">
              <a:off x="2760563" y="6295071"/>
              <a:ext cx="861130" cy="173878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4"/>
            </p:blipFill>
            <p:spPr>
              <a:xfrm rot="-3158385">
                <a:off x="2760563" y="6295071"/>
                <a:ext cx="861130" cy="17387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7" name="Ink 16"/>
              <p14:cNvContentPartPr/>
              <p14:nvPr/>
            </p14:nvContentPartPr>
            <p14:xfrm rot="-2911535">
              <a:off x="3325208" y="6395657"/>
              <a:ext cx="136480" cy="19506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6"/>
            </p:blipFill>
            <p:spPr>
              <a:xfrm rot="-2911535">
                <a:off x="3325208" y="6395657"/>
                <a:ext cx="136480" cy="1950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9" name="Ink 18"/>
              <p14:cNvContentPartPr/>
              <p14:nvPr/>
            </p14:nvContentPartPr>
            <p14:xfrm>
              <a:off x="3062608" y="6316310"/>
              <a:ext cx="995400" cy="140760"/>
            </p14:xfrm>
          </p:contentPart>
        </mc:Choice>
        <mc:Fallback xmlns="">
          <p:pic>
            <p:nvPicPr>
              <p:cNvPr id="19" name="Ink 18"/>
            </p:nvPicPr>
            <p:blipFill>
              <a:blip r:embed="rId8"/>
            </p:blipFill>
            <p:spPr>
              <a:xfrm>
                <a:off x="3062608" y="6316310"/>
                <a:ext cx="995400" cy="140760"/>
              </a:xfrm>
              <a:prstGeom prst="rect"/>
            </p:spPr>
          </p:pic>
        </mc:Fallback>
      </mc:AlternateContent>
      <p:sp>
        <p:nvSpPr>
          <p:cNvPr id="2" name="TextBox 1"/>
          <p:cNvSpPr txBox="1"/>
          <p:nvPr/>
        </p:nvSpPr>
        <p:spPr>
          <a:xfrm>
            <a:off x="3704590" y="364490"/>
            <a:ext cx="6926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/INDUSTRY NEEDS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7685" y="1692910"/>
            <a:ext cx="6065520" cy="4623435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dependence on only manual refereeing and minimizes human errors during fast Kabaddi matches.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 accuracy in detecting boundary touches, lobby entries, and out-of-bounds situations.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low-cost technological solution for schools, colleges, local tournaments, and professional Kabaddi leagues.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fairness, transparency, and credibility in Kabaddi competitions.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the adoption of smart sports technology and digital monitoring systems in traditional sports.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521" y="1182731"/>
            <a:ext cx="4986794" cy="516509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23411" y="458291"/>
            <a:ext cx="75237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97493" y="1625582"/>
            <a:ext cx="6097472" cy="484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introduces a smart sensor-based Kabaddi monitoring system that detects boundary touches and out-of-bounds movements using laser–LDR sensors and ultrasonic sensing techniques.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refereeing methods, the system automatically detects line violations and player movements in real time, reducing human errors and improving decision accuracy.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boundary detection, player position monitoring, decision processing, and real-time display modules into a single compact embedded system using an ESP32 microcontroller.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promotes fair play and transparency in Kabaddi matches by providing reliable technological support for referees and enabling real-time monitoring through IoT connectivity.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" name="Ink 12"/>
              <p14:cNvContentPartPr/>
              <p14:nvPr/>
            </p14:nvContentPartPr>
            <p14:xfrm rot="2126879">
              <a:off x="4727241" y="6052796"/>
              <a:ext cx="267494" cy="84948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4"/>
            </p:blipFill>
            <p:spPr>
              <a:xfrm rot="2126879">
                <a:off x="4727241" y="6052796"/>
                <a:ext cx="267494" cy="8494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4" name="Ink 13"/>
              <p14:cNvContentPartPr/>
              <p14:nvPr/>
            </p14:nvContentPartPr>
            <p14:xfrm>
              <a:off x="4680808" y="5727350"/>
              <a:ext cx="718200" cy="459000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6"/>
            </p:blipFill>
            <p:spPr>
              <a:xfrm>
                <a:off x="4680808" y="5727350"/>
                <a:ext cx="718200" cy="459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5" name="Ink 14"/>
              <p14:cNvContentPartPr/>
              <p14:nvPr/>
            </p14:nvContentPartPr>
            <p14:xfrm>
              <a:off x="4664248" y="5882150"/>
              <a:ext cx="689400" cy="276840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8"/>
            </p:blipFill>
            <p:spPr>
              <a:xfrm>
                <a:off x="4664248" y="5882150"/>
                <a:ext cx="689400" cy="276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7" name="Ink 16"/>
              <p14:cNvContentPartPr/>
              <p14:nvPr/>
            </p14:nvContentPartPr>
            <p14:xfrm>
              <a:off x="4415128" y="5905910"/>
              <a:ext cx="1081800" cy="419760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10"/>
            </p:blipFill>
            <p:spPr>
              <a:xfrm>
                <a:off x="4415128" y="5905910"/>
                <a:ext cx="1081800" cy="419760"/>
              </a:xfrm>
              <a:prstGeom prst="rect"/>
            </p:spPr>
          </p:pic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34" y="1694450"/>
            <a:ext cx="4446508" cy="428026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2130" y="1525270"/>
            <a:ext cx="6405880" cy="46907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laser–LDR boundary detection, ultrasonic player monitoring, and ESP32-based decision processing into a single smart system for Kabaddi match monitoring.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detection of line touches, lobby entry, and out-of-bounds movements during fast gameplay using sensor-based technology.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alerts through LCD display, buzzer notifications, and IoT connectivity to assist referees in making accurate decisions.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 designed for Kabaddi courts with simple installation and low-cost components, making it practical, scalable, and innovative for schools, tournaments, and professional matches.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78105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5275" algn="l"/>
              </a:tabLs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959860" y="400685"/>
            <a:ext cx="6114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IDEA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683" y="984250"/>
            <a:ext cx="4572000" cy="50919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6220" y="1813560"/>
            <a:ext cx="6857365" cy="3709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transmitters and LDR sensors can accurately detect boundary touches and line interruptions in real time during Kabaddi matches.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microcontroller efficiently processes sensor inputs, executes decision logic, and controls alerts using readily available electronic components.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platforms and LCD display modules enables real-time match monitoring, data visualization, and wireless communication using existing hardware and software tools.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78105" indent="-342900" algn="just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95275" algn="l"/>
              </a:tabLs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959860" y="400685"/>
            <a:ext cx="6114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780" y="1334770"/>
            <a:ext cx="4572000" cy="49511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317875" y="400685"/>
            <a:ext cx="6928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AND MARKET 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73785" y="1608455"/>
            <a:ext cx="10044430" cy="4825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a hybrid deployment model with direct sales of smart Kabaddi monitoring kits to sports academies, schools, colleges, and tournament organizers at an affordable cost.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installation and rental services for tournaments and leagues, allowing organizers to use the system during events without high initial investment.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sports technology startups or service providers to offer smart referee assistance systems on a contract basis for Kabaddi competitions.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 Kabaddi leagues, sports federations, training academies, and local tournament organizers, with growing demand for accurate and technology-assisted officiating.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scalability through smart sports infrastructure adoption, increasing popularity of Kabaddi, and integration with digital sports analytics platforms.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317875" y="400685"/>
            <a:ext cx="6928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POTENTIAL 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70305" y="1454150"/>
            <a:ext cx="5993130" cy="4825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Kabaddi tournaments, sports academies, schools, and colleges creates strong demand for smart monitoring systems.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sensor-based design makes the system affordable and accessible for local tournaments and training centers.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revenue through direct sales of smart referee kits, installation services, and rental models for tournaments and leagues.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popularity of Kabaddi and expansion of professional leagues like Pro Kabaddi League increases opportunities for sports technology solutions.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adoption of digital sports analytics and smart stadium technologies enhances scalability and commercial potential of the system.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200" y="984250"/>
            <a:ext cx="4671514" cy="5530643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29151" y="30352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6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627602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051560" y="1583809"/>
          <a:ext cx="10230956" cy="4596605"/>
        </p:xfrm>
        <a:graphic>
          <a:graphicData uri="http://schemas.openxmlformats.org/drawingml/2006/table">
            <a:tbl>
              <a:tblPr/>
              <a:tblGrid>
                <a:gridCol w="1727148"/>
                <a:gridCol w="1700762"/>
                <a:gridCol w="2298490"/>
                <a:gridCol w="1103033"/>
                <a:gridCol w="2354229"/>
                <a:gridCol w="1047294"/>
              </a:tblGrid>
              <a:tr h="5288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 Specification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 Cost (₹)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53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 System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Development Board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 + Bluetooth MCU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control unit for sensor processing and IoT communication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53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Boundary Detection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Laser Diode Modules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650nm 5V Laser Transmitter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laser beams along court lines for boundary detection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533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Boundary Detection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 Sensor Modules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Dependent Resistor Sensor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laser beam interruption when player crosses line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573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Player Monitoring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Sensors (HC-SR04)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Range 2cm–400cm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player position near lobby and boundary area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78887" y="1086348"/>
            <a:ext cx="11783962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/ COMMERCIAL POTENTIAL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29151" y="-128"/>
            <a:ext cx="2432308" cy="8277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24088"/>
            <a:ext cx="680332" cy="635895"/>
          </a:xfrm>
          <a:prstGeom prst="rect">
            <a:avLst/>
          </a:prstGeom>
        </p:spPr>
      </p:pic>
      <p:sp>
        <p:nvSpPr>
          <p:cNvPr id="6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627602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948475"/>
          <a:ext cx="10703398" cy="3749040"/>
        </p:xfrm>
        <a:graphic>
          <a:graphicData uri="http://schemas.openxmlformats.org/drawingml/2006/table">
            <a:tbl>
              <a:tblPr/>
              <a:tblGrid>
                <a:gridCol w="1823875"/>
                <a:gridCol w="1775905"/>
                <a:gridCol w="2531616"/>
                <a:gridCol w="1020192"/>
                <a:gridCol w="2302128"/>
                <a:gridCol w="1249682"/>
              </a:tblGrid>
              <a:tr h="54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Specification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 Cost (₹)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7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Display System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LCD Display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16×2 LCD with I2C Module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Displays match alerts and system status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350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7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System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Buzzer Module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5V Active Buzzer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Gives sound alert when violation detected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6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Communication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IoT Connectivity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ESP32 WiFi Integration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Sends match data to IoT platform for monitoring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4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Supply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Rechargeable Battery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12V 7Ah Battery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portable power supply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8887" y="1086348"/>
            <a:ext cx="11783962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/ COMMERCIAL POTENTIAL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29151" y="-128"/>
            <a:ext cx="2432308" cy="8277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24088"/>
            <a:ext cx="680332" cy="635895"/>
          </a:xfrm>
          <a:prstGeom prst="rect">
            <a:avLst/>
          </a:prstGeom>
        </p:spPr>
      </p:pic>
      <p:sp>
        <p:nvSpPr>
          <p:cNvPr id="6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627602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2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948475"/>
          <a:ext cx="10703398" cy="3474720"/>
        </p:xfrm>
        <a:graphic>
          <a:graphicData uri="http://schemas.openxmlformats.org/drawingml/2006/table">
            <a:tbl>
              <a:tblPr/>
              <a:tblGrid>
                <a:gridCol w="1823875"/>
                <a:gridCol w="1775905"/>
                <a:gridCol w="2531616"/>
                <a:gridCol w="1020192"/>
                <a:gridCol w="2302128"/>
                <a:gridCol w="1249682"/>
              </a:tblGrid>
              <a:tr h="54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Specification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 Cost (₹)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7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Voltage Regulation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Buck Converter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12V to 5V DC Converter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Regulates voltage for sensors and ESP32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37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Structural Setup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Kabaddi Court Sensor Frame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PVC / Aluminum Mount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Holds sensors along court boundaries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6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Wiring &amp; PCB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PCB Board + Connectors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 Purpose PCB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Circuit integration and connections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4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Assembly Materials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Cables, Mounts, Enclosure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grade wiring kit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Installation and protection of components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78887" y="1086348"/>
            <a:ext cx="11783962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/ COMMERCIAL POTENTIAL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112895" y="551815"/>
            <a:ext cx="6928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73785" y="1837690"/>
            <a:ext cx="10044430" cy="4825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enhanced with advanced AI and computer vision models to automatically track player movements and detect complex match events.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and cloud platforms can enable real-time match analytics, remote monitoring, and digital score management.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upgraded with high-speed cameras and machine learning algorithms for more accurate boundary and player tracking.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smart stadium infrastructure and digital referee systems for professional sports leagues.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Adaptable for other sports such as Kho-Kho, badminton line detection, and training performance analysis.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scope for large-scale deployment in sports academies, leagues, and smart sports technology startups.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112895" y="551815"/>
            <a:ext cx="6928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CAPABILITY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73785" y="1837690"/>
            <a:ext cx="10044430" cy="4825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developing both hardware components (laser-LDR boundary detection, ultrasonic monitoring system, microcontroller control unit) and software logic for real-time decision processing.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in integrating sensors, ESP32 microcontrollers, IoT communication modules, displays, and alert systems for automated sports monitoring applications.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design low-cost, accurate, and real-time referee assistance systems suitable for Kabaddi courts, sports academies, and smart stadium environments.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112895" y="551815"/>
            <a:ext cx="6928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SCABILITY 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73785" y="1713230"/>
            <a:ext cx="10044430" cy="4825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large-scale deployment in sports academies, schools, and professional Kabaddi leagues due to the use of low-cost sensors and simple electronic components.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expanded through sports technology services, referee assistance systems, and smart stadium infrastructure integration.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Adaptable to other sports such as Kho-Kho, badminton line detection, and training analytics systems, increasing usability and market potential.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4" name="Content Placeholder 8"/>
          <p:cNvSpPr txBox="1"/>
          <p:nvPr/>
        </p:nvSpPr>
        <p:spPr>
          <a:xfrm>
            <a:off x="446405" y="2245995"/>
            <a:ext cx="11123295" cy="48875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just">
              <a:lnSpc>
                <a:spcPct val="100000"/>
              </a:lnSpc>
              <a:spcBef>
                <a:spcPts val="1240"/>
              </a:spcBef>
              <a:buFont typeface="Wingdings" panose="05000000000000000000" pitchFamily="2" charset="2"/>
              <a:buNone/>
              <a:tabLst>
                <a:tab pos="295275" algn="l"/>
              </a:tabLs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3769568" y="429208"/>
            <a:ext cx="53695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IMAGE </a:t>
            </a:r>
            <a:endParaRPr lang="en-IN" alt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211171"/>
            <a:ext cx="10359209" cy="511492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4" name="Content Placeholder 8"/>
          <p:cNvSpPr txBox="1"/>
          <p:nvPr/>
        </p:nvSpPr>
        <p:spPr>
          <a:xfrm>
            <a:off x="446405" y="2245995"/>
            <a:ext cx="11123295" cy="48875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just">
              <a:lnSpc>
                <a:spcPct val="100000"/>
              </a:lnSpc>
              <a:spcBef>
                <a:spcPts val="1240"/>
              </a:spcBef>
              <a:buFont typeface="Wingdings" panose="05000000000000000000" pitchFamily="2" charset="2"/>
              <a:buNone/>
              <a:tabLst>
                <a:tab pos="295275" algn="l"/>
              </a:tabLs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3769568" y="429208"/>
            <a:ext cx="53695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</a:t>
            </a:r>
            <a:endParaRPr lang="en-IN" alt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1314" y="1528762"/>
            <a:ext cx="7602583" cy="500993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4" name="Content Placeholder 8"/>
          <p:cNvSpPr txBox="1"/>
          <p:nvPr/>
        </p:nvSpPr>
        <p:spPr>
          <a:xfrm>
            <a:off x="446405" y="2245995"/>
            <a:ext cx="11123295" cy="48875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just">
              <a:lnSpc>
                <a:spcPct val="100000"/>
              </a:lnSpc>
              <a:spcBef>
                <a:spcPts val="1240"/>
              </a:spcBef>
              <a:buFont typeface="Wingdings" panose="05000000000000000000" pitchFamily="2" charset="2"/>
              <a:buNone/>
              <a:tabLst>
                <a:tab pos="295275" algn="l"/>
              </a:tabLs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3769568" y="429208"/>
            <a:ext cx="53695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</a:t>
            </a:r>
            <a:endParaRPr lang="en-IN" alt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34" y="1400492"/>
            <a:ext cx="9326880" cy="528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4" name="Content Placeholder 8"/>
          <p:cNvSpPr txBox="1"/>
          <p:nvPr/>
        </p:nvSpPr>
        <p:spPr>
          <a:xfrm>
            <a:off x="428988" y="982558"/>
            <a:ext cx="11123295" cy="59023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Mode: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transmitters and LDR sensors detect line interruptions when a player touches or crosses the boundary during the Kabaddi match.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Monitoring Mode: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continuously track player position near the lobby and boundary areas to determine whether the player is inside or outside the court.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Processing Mode: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microcontroller processes signals from sensors and applies programmed logic to determine valid boundary touches or out-of-bounds conditions.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&amp; Display Mode: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violation is detected, the system activates a buzzer and displays the decision instantly on the LCD screen for referee assistance.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Monitoring Mode: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events and sensor data are transmitted through Wi-Fi to an IoT platform for real-time monitoring, data logging.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indent="0">
              <a:lnSpc>
                <a:spcPct val="150000"/>
              </a:lnSpc>
              <a:spcBef>
                <a:spcPts val="1240"/>
              </a:spcBef>
              <a:buFont typeface="Wingdings" panose="05000000000000000000" pitchFamily="2" charset="2"/>
              <a:buNone/>
              <a:tabLst>
                <a:tab pos="295275" algn="l"/>
              </a:tabLst>
            </a:pP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0818065" y="6538696"/>
            <a:ext cx="464452" cy="284640"/>
          </a:xfrm>
        </p:spPr>
        <p:txBody>
          <a:bodyPr/>
          <a:lstStyle/>
          <a:p>
            <a:fld id="{37D90308-C388-42B8-AB4D-E367AFE92F78}" type="slidenum">
              <a:rPr lang="en-IN" smtClean="0"/>
            </a:fld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3769568" y="429208"/>
            <a:ext cx="53695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 OF OPERATION </a:t>
            </a:r>
            <a:endParaRPr lang="en-IN" alt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/>
          <a:srcRect t="20925" b="14217"/>
          <a:stretch>
            <a:fillRect/>
          </a:stretch>
        </p:blipFill>
        <p:spPr>
          <a:xfrm>
            <a:off x="235983" y="176984"/>
            <a:ext cx="2816934" cy="9586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7820" r="18861"/>
          <a:stretch>
            <a:fillRect/>
          </a:stretch>
        </p:blipFill>
        <p:spPr>
          <a:xfrm>
            <a:off x="11282517" y="191728"/>
            <a:ext cx="680332" cy="635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10743" y="363895"/>
            <a:ext cx="4217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DESIGN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69" y="1785257"/>
            <a:ext cx="4679362" cy="427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0" t="10130" r="3117" b="16103"/>
          <a:stretch>
            <a:fillRect/>
          </a:stretch>
        </p:blipFill>
        <p:spPr bwMode="auto">
          <a:xfrm>
            <a:off x="5924051" y="1785256"/>
            <a:ext cx="5847715" cy="427772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04DAD-6FC7-491D-82CC-E8CDA596BFB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8695</Words>
  <Application>WPS Presentation</Application>
  <PresentationFormat>Widescreen</PresentationFormat>
  <Paragraphs>326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Times New Roman</vt:lpstr>
      <vt:lpstr>Algerian</vt:lpstr>
      <vt:lpstr>Calibri</vt:lpstr>
      <vt:lpstr>Microsoft YaHei</vt:lpstr>
      <vt:lpstr>Arial Unicode MS</vt:lpstr>
      <vt:lpstr>Calibri Light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Mokish</dc:creator>
  <cp:lastModifiedBy>raman</cp:lastModifiedBy>
  <cp:revision>81</cp:revision>
  <cp:lastPrinted>2024-09-19T16:40:00Z</cp:lastPrinted>
  <dcterms:created xsi:type="dcterms:W3CDTF">2023-10-14T16:50:00Z</dcterms:created>
  <dcterms:modified xsi:type="dcterms:W3CDTF">2026-05-27T06:11:16Z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220733CFD4EB406698CDB5FAD2B8A4D2_13</vt:lpwstr>
  </property>
  <property fmtid="{D5CDD505-2E9C-101B-9397-08002B2CF9AE}" pid="3" name="KSOProductBuildVer">
    <vt:lpwstr>1033-12.1.0.26372</vt:lpwstr>
  </property>
</Properties>
</file>